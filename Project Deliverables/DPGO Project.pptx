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Lato"/>
      <p:regular r:id="rId22"/>
      <p:bold r:id="rId23"/>
      <p:italic r:id="rId24"/>
      <p:boldItalic r:id="rId25"/>
    </p:embeddedFont>
    <p:embeddedFont>
      <p:font typeface="Red Hat Display"/>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402">
          <p15:clr>
            <a:srgbClr val="9AA0A6"/>
          </p15:clr>
        </p15:guide>
      </p15:sldGuideLst>
    </p:ext>
    <p:ext uri="GoogleSlidesCustomDataVersion2">
      <go:slidesCustomData xmlns:go="http://customooxmlschemas.google.com/" r:id="rId30" roundtripDataSignature="AMtx7mh/43FXxRzTxoguKgQB0hojeA+A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0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Lato-regular.fntdata"/><Relationship Id="rId21" Type="http://schemas.openxmlformats.org/officeDocument/2006/relationships/slide" Target="slides/slide16.xml"/><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edHatDisplay-regular.fntdata"/><Relationship Id="rId25" Type="http://schemas.openxmlformats.org/officeDocument/2006/relationships/font" Target="fonts/Lato-boldItalic.fntdata"/><Relationship Id="rId28" Type="http://schemas.openxmlformats.org/officeDocument/2006/relationships/font" Target="fonts/RedHatDisplay-italic.fntdata"/><Relationship Id="rId27" Type="http://schemas.openxmlformats.org/officeDocument/2006/relationships/font" Target="fonts/RedHatDi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edHatDisplay-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Becky - 15 Seconds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Becky - 15 Seconds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Becky - 15 Seconds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Becky - 30 Seconds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DGPO (Data Governance Professionals Organization) is a non-profit, vendor neutral, association of business, IT and data professionals dedicated to advancing the discipline of data governance.</a:t>
            </a:r>
            <a:endParaRPr>
              <a:solidFill>
                <a:schemeClr val="dk1"/>
              </a:solidFill>
            </a:endParaRPr>
          </a:p>
          <a:p>
            <a:pPr indent="0" lvl="0" marL="0" marR="571500" rtl="0" algn="l">
              <a:lnSpc>
                <a:spcPct val="100000"/>
              </a:lnSpc>
              <a:spcBef>
                <a:spcPts val="0"/>
              </a:spcBef>
              <a:spcAft>
                <a:spcPts val="0"/>
              </a:spcAft>
              <a:buClr>
                <a:schemeClr val="dk1"/>
              </a:buClr>
              <a:buSzPts val="1100"/>
              <a:buFont typeface="Arial"/>
              <a:buNone/>
            </a:pPr>
            <a:r>
              <a:rPr lang="en">
                <a:solidFill>
                  <a:schemeClr val="dk1"/>
                </a:solidFill>
              </a:rPr>
              <a:t>The DGPO currently charges members around $75 per year for membership, but users find it difficult to navigate the website and search for specific content, making it challenging to access relevant information and understand the value of their membership. DGPO envisions transforming the website into a comprehensive platform where data governance practitioners, both junior and senior, can explore various implementation programs across industries, expand their knowledge, share best practices, and network within the field.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SzPts val="1100"/>
              <a:buNone/>
            </a:pPr>
            <a:r>
              <a:rPr lang="en" sz="1200">
                <a:solidFill>
                  <a:schemeClr val="dk1"/>
                </a:solidFill>
              </a:rPr>
              <a:t>Becky - 1 Minute</a:t>
            </a:r>
            <a:endParaRPr sz="1200">
              <a:solidFill>
                <a:schemeClr val="dk1"/>
              </a:solidFill>
            </a:endParaRPr>
          </a:p>
          <a:p>
            <a:pPr indent="-304800" lvl="0" marL="457200" marR="571500" rtl="0" algn="l">
              <a:lnSpc>
                <a:spcPct val="100000"/>
              </a:lnSpc>
              <a:spcBef>
                <a:spcPts val="0"/>
              </a:spcBef>
              <a:spcAft>
                <a:spcPts val="0"/>
              </a:spcAft>
              <a:buClr>
                <a:schemeClr val="dk1"/>
              </a:buClr>
              <a:buSzPts val="1200"/>
              <a:buAutoNum type="arabicPeriod"/>
            </a:pPr>
            <a:r>
              <a:rPr lang="en" sz="1200">
                <a:solidFill>
                  <a:schemeClr val="dk1"/>
                </a:solidFill>
              </a:rPr>
              <a:t>Analyze the current “members only” website content on dgpo.org in order to understand the existing content's structure, depth, and relevance.</a:t>
            </a:r>
            <a:endParaRPr sz="1200">
              <a:solidFill>
                <a:schemeClr val="dk1"/>
              </a:solidFill>
            </a:endParaRPr>
          </a:p>
          <a:p>
            <a:pPr indent="-304800" lvl="0" marL="457200" marR="571500" rtl="0" algn="l">
              <a:lnSpc>
                <a:spcPct val="100000"/>
              </a:lnSpc>
              <a:spcBef>
                <a:spcPts val="0"/>
              </a:spcBef>
              <a:spcAft>
                <a:spcPts val="0"/>
              </a:spcAft>
              <a:buClr>
                <a:schemeClr val="dk1"/>
              </a:buClr>
              <a:buSzPts val="1200"/>
              <a:buAutoNum type="arabicPeriod"/>
            </a:pPr>
            <a:r>
              <a:rPr lang="en" sz="1200">
                <a:solidFill>
                  <a:schemeClr val="dk1"/>
                </a:solidFill>
              </a:rPr>
              <a:t>Determine gaps in the existing site’s content by analyzing current resources in the data governance market.</a:t>
            </a:r>
            <a:endParaRPr sz="1200">
              <a:solidFill>
                <a:schemeClr val="dk1"/>
              </a:solidFill>
            </a:endParaRPr>
          </a:p>
          <a:p>
            <a:pPr indent="-304800" lvl="0" marL="457200" marR="571500" rtl="0" algn="l">
              <a:lnSpc>
                <a:spcPct val="100000"/>
              </a:lnSpc>
              <a:spcBef>
                <a:spcPts val="0"/>
              </a:spcBef>
              <a:spcAft>
                <a:spcPts val="0"/>
              </a:spcAft>
              <a:buClr>
                <a:schemeClr val="dk1"/>
              </a:buClr>
              <a:buSzPts val="1200"/>
              <a:buAutoNum type="arabicPeriod"/>
            </a:pPr>
            <a:r>
              <a:rPr lang="en" sz="1200">
                <a:solidFill>
                  <a:schemeClr val="dk1"/>
                </a:solidFill>
              </a:rPr>
              <a:t>Expand content taxonomies to represent current industry standards, and update the categorization and tagging of content to ensure it reflects modern data governance concepts and standards.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SzPts val="1100"/>
              <a:buNone/>
            </a:pPr>
            <a:r>
              <a:rPr lang="en"/>
              <a:t>Becky - 30 Seconds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Becky - 30 Seconds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Becky - Now to Turn It Over to Harshitha and Iskander for Deliverables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Harshitha - 2.5 Minutes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Survey Goals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Improve the Website’s…</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lang="en">
                <a:solidFill>
                  <a:schemeClr val="dk1"/>
                </a:solidFill>
              </a:rPr>
              <a:t>usability</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lang="en">
                <a:solidFill>
                  <a:schemeClr val="dk1"/>
                </a:solidFill>
              </a:rPr>
              <a:t>content relevance</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Char char="●"/>
            </a:pPr>
            <a:r>
              <a:rPr lang="en">
                <a:solidFill>
                  <a:schemeClr val="dk1"/>
                </a:solidFill>
              </a:rPr>
              <a:t>overall experience to better serve all users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Iskander - 30 Seconds</a:t>
            </a:r>
            <a:endParaRPr/>
          </a:p>
          <a:p>
            <a:pPr indent="0" lvl="0" marL="0" rtl="0" algn="l">
              <a:lnSpc>
                <a:spcPct val="100000"/>
              </a:lnSpc>
              <a:spcBef>
                <a:spcPts val="0"/>
              </a:spcBef>
              <a:spcAft>
                <a:spcPts val="0"/>
              </a:spcAft>
              <a:buSzPts val="1100"/>
              <a:buNone/>
            </a:pPr>
            <a:r>
              <a:rPr lang="en"/>
              <a:t>Bi-Gram Word Clouds Shown: Data Landscape, </a:t>
            </a:r>
            <a:r>
              <a:rPr lang="en">
                <a:solidFill>
                  <a:schemeClr val="dk1"/>
                </a:solidFill>
              </a:rPr>
              <a:t>Data Privacy &amp; Security</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Others Available: Data Stewardship, Data Management, Data Quality, Data Strategy, Business Objectives, Data Policy, Compliance, Analytics, User Experience, Industry, Communication, Talent Development, Process, and Organization.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Iskander - 1 minute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Iskander - 1 minute</a:t>
            </a:r>
            <a:endParaRPr/>
          </a:p>
          <a:p>
            <a:pPr indent="0" lvl="0" marL="0" rtl="0" algn="l">
              <a:lnSpc>
                <a:spcPct val="100000"/>
              </a:lnSpc>
              <a:spcBef>
                <a:spcPts val="0"/>
              </a:spcBef>
              <a:spcAft>
                <a:spcPts val="0"/>
              </a:spcAft>
              <a:buSzPts val="1100"/>
              <a:buNone/>
            </a:pPr>
            <a:r>
              <a:rPr lang="en"/>
              <a:t>At least 3 Bigrams appear in the artifact</a:t>
            </a:r>
            <a:endParaRPr/>
          </a:p>
          <a:p>
            <a:pPr indent="0" lvl="0" marL="0" rtl="0" algn="l">
              <a:lnSpc>
                <a:spcPct val="100000"/>
              </a:lnSpc>
              <a:spcBef>
                <a:spcPts val="0"/>
              </a:spcBef>
              <a:spcAft>
                <a:spcPts val="0"/>
              </a:spcAft>
              <a:buSzPts val="1100"/>
              <a:buNone/>
            </a:pPr>
            <a:r>
              <a:rPr lang="en"/>
              <a:t>Use one as a case example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Sandy - 1 minute</a:t>
            </a:r>
            <a:endParaRPr/>
          </a:p>
          <a:p>
            <a:pPr indent="0" lvl="0" marL="0" rtl="0" algn="l">
              <a:lnSpc>
                <a:spcPct val="100000"/>
              </a:lnSpc>
              <a:spcBef>
                <a:spcPts val="0"/>
              </a:spcBef>
              <a:spcAft>
                <a:spcPts val="0"/>
              </a:spcAft>
              <a:buSzPts val="1100"/>
              <a:buNone/>
            </a:pPr>
            <a:r>
              <a:rPr lang="en"/>
              <a:t>Our recommendations for DGPO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Sandy - 1 minute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Sandy - We would like to thank DGPO and Dataversity for access to their content for analysis purposes.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Sandy</a:t>
            </a:r>
            <a:endParaRPr/>
          </a:p>
          <a:p>
            <a:pPr indent="0" lvl="0" marL="0" rtl="0" algn="l">
              <a:lnSpc>
                <a:spcPct val="100000"/>
              </a:lnSpc>
              <a:spcBef>
                <a:spcPts val="0"/>
              </a:spcBef>
              <a:spcAft>
                <a:spcPts val="0"/>
              </a:spcAft>
              <a:buSzPts val="1100"/>
              <a:buNone/>
            </a:pPr>
            <a:r>
              <a:rPr lang="en"/>
              <a:t>We would be happy to take any questions at this time.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Arial"/>
              <a:ea typeface="Arial"/>
              <a:cs typeface="Arial"/>
              <a:sym typeface="Arial"/>
            </a:endParaRPr>
          </a:p>
        </p:txBody>
      </p:sp>
      <p:sp>
        <p:nvSpPr>
          <p:cNvPr id="11" name="Google Shape;11;p19"/>
          <p:cNvSpPr txBox="1"/>
          <p:nvPr>
            <p:ph idx="1" type="subTitle"/>
          </p:nvPr>
        </p:nvSpPr>
        <p:spPr>
          <a:xfrm>
            <a:off x="759275" y="3438025"/>
            <a:ext cx="3807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FFFFFF"/>
              </a:buClr>
              <a:buSzPts val="1300"/>
              <a:buNone/>
              <a:defRPr i="1" sz="1300">
                <a:solidFill>
                  <a:srgbClr val="FFFFFF"/>
                </a:solidFill>
              </a:defRPr>
            </a:lvl1pPr>
            <a:lvl2pPr lvl="1" algn="l">
              <a:lnSpc>
                <a:spcPct val="100000"/>
              </a:lnSpc>
              <a:spcBef>
                <a:spcPts val="0"/>
              </a:spcBef>
              <a:spcAft>
                <a:spcPts val="0"/>
              </a:spcAft>
              <a:buClr>
                <a:srgbClr val="FFFFFF"/>
              </a:buClr>
              <a:buSzPts val="2800"/>
              <a:buNone/>
              <a:defRPr i="1" sz="2800">
                <a:solidFill>
                  <a:srgbClr val="FFFFFF"/>
                </a:solidFill>
              </a:defRPr>
            </a:lvl2pPr>
            <a:lvl3pPr lvl="2" algn="l">
              <a:lnSpc>
                <a:spcPct val="100000"/>
              </a:lnSpc>
              <a:spcBef>
                <a:spcPts val="0"/>
              </a:spcBef>
              <a:spcAft>
                <a:spcPts val="0"/>
              </a:spcAft>
              <a:buClr>
                <a:srgbClr val="FFFFFF"/>
              </a:buClr>
              <a:buSzPts val="2800"/>
              <a:buNone/>
              <a:defRPr i="1" sz="2800">
                <a:solidFill>
                  <a:srgbClr val="FFFFFF"/>
                </a:solidFill>
              </a:defRPr>
            </a:lvl3pPr>
            <a:lvl4pPr lvl="3" algn="l">
              <a:lnSpc>
                <a:spcPct val="100000"/>
              </a:lnSpc>
              <a:spcBef>
                <a:spcPts val="0"/>
              </a:spcBef>
              <a:spcAft>
                <a:spcPts val="0"/>
              </a:spcAft>
              <a:buClr>
                <a:srgbClr val="FFFFFF"/>
              </a:buClr>
              <a:buSzPts val="2800"/>
              <a:buNone/>
              <a:defRPr i="1" sz="2800">
                <a:solidFill>
                  <a:srgbClr val="FFFFFF"/>
                </a:solidFill>
              </a:defRPr>
            </a:lvl4pPr>
            <a:lvl5pPr lvl="4" algn="l">
              <a:lnSpc>
                <a:spcPct val="100000"/>
              </a:lnSpc>
              <a:spcBef>
                <a:spcPts val="0"/>
              </a:spcBef>
              <a:spcAft>
                <a:spcPts val="0"/>
              </a:spcAft>
              <a:buClr>
                <a:srgbClr val="FFFFFF"/>
              </a:buClr>
              <a:buSzPts val="2800"/>
              <a:buNone/>
              <a:defRPr i="1" sz="2800">
                <a:solidFill>
                  <a:srgbClr val="FFFFFF"/>
                </a:solidFill>
              </a:defRPr>
            </a:lvl5pPr>
            <a:lvl6pPr lvl="5" algn="l">
              <a:lnSpc>
                <a:spcPct val="100000"/>
              </a:lnSpc>
              <a:spcBef>
                <a:spcPts val="0"/>
              </a:spcBef>
              <a:spcAft>
                <a:spcPts val="0"/>
              </a:spcAft>
              <a:buClr>
                <a:srgbClr val="FFFFFF"/>
              </a:buClr>
              <a:buSzPts val="2800"/>
              <a:buNone/>
              <a:defRPr i="1" sz="2800">
                <a:solidFill>
                  <a:srgbClr val="FFFFFF"/>
                </a:solidFill>
              </a:defRPr>
            </a:lvl6pPr>
            <a:lvl7pPr lvl="6" algn="l">
              <a:lnSpc>
                <a:spcPct val="100000"/>
              </a:lnSpc>
              <a:spcBef>
                <a:spcPts val="0"/>
              </a:spcBef>
              <a:spcAft>
                <a:spcPts val="0"/>
              </a:spcAft>
              <a:buClr>
                <a:srgbClr val="FFFFFF"/>
              </a:buClr>
              <a:buSzPts val="2800"/>
              <a:buNone/>
              <a:defRPr i="1" sz="2800">
                <a:solidFill>
                  <a:srgbClr val="FFFFFF"/>
                </a:solidFill>
              </a:defRPr>
            </a:lvl7pPr>
            <a:lvl8pPr lvl="7" algn="l">
              <a:lnSpc>
                <a:spcPct val="100000"/>
              </a:lnSpc>
              <a:spcBef>
                <a:spcPts val="0"/>
              </a:spcBef>
              <a:spcAft>
                <a:spcPts val="0"/>
              </a:spcAft>
              <a:buClr>
                <a:srgbClr val="FFFFFF"/>
              </a:buClr>
              <a:buSzPts val="2800"/>
              <a:buNone/>
              <a:defRPr i="1" sz="2800">
                <a:solidFill>
                  <a:srgbClr val="FFFFFF"/>
                </a:solidFill>
              </a:defRPr>
            </a:lvl8pPr>
            <a:lvl9pPr lvl="8" algn="l">
              <a:lnSpc>
                <a:spcPct val="100000"/>
              </a:lnSpc>
              <a:spcBef>
                <a:spcPts val="0"/>
              </a:spcBef>
              <a:spcAft>
                <a:spcPts val="0"/>
              </a:spcAft>
              <a:buClr>
                <a:srgbClr val="FFFFFF"/>
              </a:buClr>
              <a:buSzPts val="2800"/>
              <a:buNone/>
              <a:defRPr i="1" sz="2800">
                <a:solidFill>
                  <a:srgbClr val="FFFFFF"/>
                </a:solidFill>
              </a:defRPr>
            </a:lvl9pPr>
          </a:lstStyle>
          <a:p/>
        </p:txBody>
      </p:sp>
      <p:sp>
        <p:nvSpPr>
          <p:cNvPr id="12" name="Google Shape;12;p19"/>
          <p:cNvSpPr txBox="1"/>
          <p:nvPr>
            <p:ph type="ctrTitle"/>
          </p:nvPr>
        </p:nvSpPr>
        <p:spPr>
          <a:xfrm>
            <a:off x="413075" y="992400"/>
            <a:ext cx="5682900" cy="21306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500"/>
              <a:buNone/>
              <a:defRPr sz="5500"/>
            </a:lvl1pPr>
            <a:lvl2pPr lvl="1" algn="l">
              <a:lnSpc>
                <a:spcPct val="100000"/>
              </a:lnSpc>
              <a:spcBef>
                <a:spcPts val="0"/>
              </a:spcBef>
              <a:spcAft>
                <a:spcPts val="0"/>
              </a:spcAft>
              <a:buClr>
                <a:srgbClr val="E42524"/>
              </a:buClr>
              <a:buSzPts val="5200"/>
              <a:buNone/>
              <a:defRPr sz="5200">
                <a:solidFill>
                  <a:srgbClr val="E42524"/>
                </a:solidFill>
              </a:defRPr>
            </a:lvl2pPr>
            <a:lvl3pPr lvl="2" algn="l">
              <a:lnSpc>
                <a:spcPct val="100000"/>
              </a:lnSpc>
              <a:spcBef>
                <a:spcPts val="0"/>
              </a:spcBef>
              <a:spcAft>
                <a:spcPts val="0"/>
              </a:spcAft>
              <a:buClr>
                <a:srgbClr val="E42524"/>
              </a:buClr>
              <a:buSzPts val="5200"/>
              <a:buNone/>
              <a:defRPr sz="5200">
                <a:solidFill>
                  <a:srgbClr val="E42524"/>
                </a:solidFill>
              </a:defRPr>
            </a:lvl3pPr>
            <a:lvl4pPr lvl="3" algn="l">
              <a:lnSpc>
                <a:spcPct val="100000"/>
              </a:lnSpc>
              <a:spcBef>
                <a:spcPts val="0"/>
              </a:spcBef>
              <a:spcAft>
                <a:spcPts val="0"/>
              </a:spcAft>
              <a:buClr>
                <a:srgbClr val="E42524"/>
              </a:buClr>
              <a:buSzPts val="5200"/>
              <a:buNone/>
              <a:defRPr sz="5200">
                <a:solidFill>
                  <a:srgbClr val="E42524"/>
                </a:solidFill>
              </a:defRPr>
            </a:lvl4pPr>
            <a:lvl5pPr lvl="4" algn="l">
              <a:lnSpc>
                <a:spcPct val="100000"/>
              </a:lnSpc>
              <a:spcBef>
                <a:spcPts val="0"/>
              </a:spcBef>
              <a:spcAft>
                <a:spcPts val="0"/>
              </a:spcAft>
              <a:buClr>
                <a:srgbClr val="E42524"/>
              </a:buClr>
              <a:buSzPts val="5200"/>
              <a:buNone/>
              <a:defRPr sz="5200">
                <a:solidFill>
                  <a:srgbClr val="E42524"/>
                </a:solidFill>
              </a:defRPr>
            </a:lvl5pPr>
            <a:lvl6pPr lvl="5" algn="l">
              <a:lnSpc>
                <a:spcPct val="100000"/>
              </a:lnSpc>
              <a:spcBef>
                <a:spcPts val="0"/>
              </a:spcBef>
              <a:spcAft>
                <a:spcPts val="0"/>
              </a:spcAft>
              <a:buClr>
                <a:srgbClr val="E42524"/>
              </a:buClr>
              <a:buSzPts val="5200"/>
              <a:buNone/>
              <a:defRPr sz="5200">
                <a:solidFill>
                  <a:srgbClr val="E42524"/>
                </a:solidFill>
              </a:defRPr>
            </a:lvl6pPr>
            <a:lvl7pPr lvl="6" algn="l">
              <a:lnSpc>
                <a:spcPct val="100000"/>
              </a:lnSpc>
              <a:spcBef>
                <a:spcPts val="0"/>
              </a:spcBef>
              <a:spcAft>
                <a:spcPts val="0"/>
              </a:spcAft>
              <a:buClr>
                <a:srgbClr val="E42524"/>
              </a:buClr>
              <a:buSzPts val="5200"/>
              <a:buNone/>
              <a:defRPr sz="5200">
                <a:solidFill>
                  <a:srgbClr val="E42524"/>
                </a:solidFill>
              </a:defRPr>
            </a:lvl7pPr>
            <a:lvl8pPr lvl="7" algn="l">
              <a:lnSpc>
                <a:spcPct val="100000"/>
              </a:lnSpc>
              <a:spcBef>
                <a:spcPts val="0"/>
              </a:spcBef>
              <a:spcAft>
                <a:spcPts val="0"/>
              </a:spcAft>
              <a:buClr>
                <a:srgbClr val="E42524"/>
              </a:buClr>
              <a:buSzPts val="5200"/>
              <a:buNone/>
              <a:defRPr sz="5200">
                <a:solidFill>
                  <a:srgbClr val="E42524"/>
                </a:solidFill>
              </a:defRPr>
            </a:lvl8pPr>
            <a:lvl9pPr lvl="8" algn="l">
              <a:lnSpc>
                <a:spcPct val="100000"/>
              </a:lnSpc>
              <a:spcBef>
                <a:spcPts val="0"/>
              </a:spcBef>
              <a:spcAft>
                <a:spcPts val="0"/>
              </a:spcAft>
              <a:buClr>
                <a:srgbClr val="E42524"/>
              </a:buClr>
              <a:buSzPts val="5200"/>
              <a:buNone/>
              <a:defRPr sz="5200">
                <a:solidFill>
                  <a:srgbClr val="E42524"/>
                </a:solidFill>
              </a:defRPr>
            </a:lvl9pPr>
          </a:lstStyle>
          <a:p/>
        </p:txBody>
      </p:sp>
      <p:sp>
        <p:nvSpPr>
          <p:cNvPr id="13" name="Google Shape;13;p19"/>
          <p:cNvSpPr txBox="1"/>
          <p:nvPr>
            <p:ph idx="2" type="subTitle"/>
          </p:nvPr>
        </p:nvSpPr>
        <p:spPr>
          <a:xfrm>
            <a:off x="447725" y="3020700"/>
            <a:ext cx="7233600" cy="845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4" name="Google Shape;14;p19"/>
          <p:cNvPicPr preferRelativeResize="0"/>
          <p:nvPr/>
        </p:nvPicPr>
        <p:blipFill rotWithShape="1">
          <a:blip r:embed="rId2">
            <a:alphaModFix/>
          </a:blip>
          <a:srcRect b="0" l="0" r="0" t="0"/>
          <a:stretch/>
        </p:blipFill>
        <p:spPr>
          <a:xfrm>
            <a:off x="5895600" y="152400"/>
            <a:ext cx="2715887" cy="2715887"/>
          </a:xfrm>
          <a:prstGeom prst="rect">
            <a:avLst/>
          </a:prstGeom>
          <a:noFill/>
          <a:ln>
            <a:noFill/>
          </a:ln>
        </p:spPr>
      </p:pic>
      <p:pic>
        <p:nvPicPr>
          <p:cNvPr id="15" name="Google Shape;15;p19"/>
          <p:cNvPicPr preferRelativeResize="0"/>
          <p:nvPr/>
        </p:nvPicPr>
        <p:blipFill rotWithShape="1">
          <a:blip r:embed="rId3">
            <a:alphaModFix/>
          </a:blip>
          <a:srcRect b="0" l="0" r="0" t="0"/>
          <a:stretch/>
        </p:blipFill>
        <p:spPr>
          <a:xfrm>
            <a:off x="3822200" y="866400"/>
            <a:ext cx="5143501" cy="5143501"/>
          </a:xfrm>
          <a:prstGeom prst="rect">
            <a:avLst/>
          </a:prstGeom>
          <a:noFill/>
          <a:ln>
            <a:noFill/>
          </a:ln>
        </p:spPr>
      </p:pic>
      <p:pic>
        <p:nvPicPr>
          <p:cNvPr id="16" name="Google Shape;16;p19"/>
          <p:cNvPicPr preferRelativeResize="0"/>
          <p:nvPr/>
        </p:nvPicPr>
        <p:blipFill rotWithShape="1">
          <a:blip r:embed="rId4">
            <a:alphaModFix/>
          </a:blip>
          <a:srcRect b="0" l="0" r="0" t="0"/>
          <a:stretch/>
        </p:blipFill>
        <p:spPr>
          <a:xfrm>
            <a:off x="6910625" y="3678151"/>
            <a:ext cx="2130598" cy="2130598"/>
          </a:xfrm>
          <a:prstGeom prst="rect">
            <a:avLst/>
          </a:prstGeom>
          <a:noFill/>
          <a:ln>
            <a:noFill/>
          </a:ln>
        </p:spPr>
      </p:pic>
      <p:pic>
        <p:nvPicPr>
          <p:cNvPr id="17" name="Google Shape;17;p19"/>
          <p:cNvPicPr preferRelativeResize="0"/>
          <p:nvPr/>
        </p:nvPicPr>
        <p:blipFill rotWithShape="1">
          <a:blip r:embed="rId5">
            <a:alphaModFix/>
          </a:blip>
          <a:srcRect b="0" l="0" r="0" t="0"/>
          <a:stretch/>
        </p:blipFill>
        <p:spPr>
          <a:xfrm>
            <a:off x="447724" y="4556824"/>
            <a:ext cx="2512000" cy="295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lank" type="titleOnly">
  <p:cSld name="TITLE_ONLY">
    <p:spTree>
      <p:nvGrpSpPr>
        <p:cNvPr id="18" name="Shape 18"/>
        <p:cNvGrpSpPr/>
        <p:nvPr/>
      </p:nvGrpSpPr>
      <p:grpSpPr>
        <a:xfrm>
          <a:off x="0" y="0"/>
          <a:ext cx="0" cy="0"/>
          <a:chOff x="0" y="0"/>
          <a:chExt cx="0" cy="0"/>
        </a:xfrm>
      </p:grpSpPr>
      <p:sp>
        <p:nvSpPr>
          <p:cNvPr id="19" name="Google Shape;19;p2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20" name="Google Shape;20;p20"/>
          <p:cNvPicPr preferRelativeResize="0"/>
          <p:nvPr/>
        </p:nvPicPr>
        <p:blipFill rotWithShape="1">
          <a:blip r:embed="rId2">
            <a:alphaModFix/>
          </a:blip>
          <a:srcRect b="0" l="0" r="0" t="0"/>
          <a:stretch/>
        </p:blipFill>
        <p:spPr>
          <a:xfrm>
            <a:off x="8508125" y="4405475"/>
            <a:ext cx="414509" cy="414514"/>
          </a:xfrm>
          <a:prstGeom prst="rect">
            <a:avLst/>
          </a:prstGeom>
          <a:noFill/>
          <a:ln>
            <a:noFill/>
          </a:ln>
        </p:spPr>
      </p:pic>
      <p:pic>
        <p:nvPicPr>
          <p:cNvPr id="21" name="Google Shape;21;p20"/>
          <p:cNvPicPr preferRelativeResize="0"/>
          <p:nvPr/>
        </p:nvPicPr>
        <p:blipFill rotWithShape="1">
          <a:blip r:embed="rId3">
            <a:alphaModFix/>
          </a:blip>
          <a:srcRect b="0" l="0" r="0" t="0"/>
          <a:stretch/>
        </p:blipFill>
        <p:spPr>
          <a:xfrm>
            <a:off x="8191675" y="4514449"/>
            <a:ext cx="785021" cy="785026"/>
          </a:xfrm>
          <a:prstGeom prst="rect">
            <a:avLst/>
          </a:prstGeom>
          <a:noFill/>
          <a:ln>
            <a:noFill/>
          </a:ln>
        </p:spPr>
      </p:pic>
      <p:pic>
        <p:nvPicPr>
          <p:cNvPr id="22" name="Google Shape;22;p20"/>
          <p:cNvPicPr preferRelativeResize="0"/>
          <p:nvPr/>
        </p:nvPicPr>
        <p:blipFill rotWithShape="1">
          <a:blip r:embed="rId4">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4_1">
    <p:spTree>
      <p:nvGrpSpPr>
        <p:cNvPr id="23" name="Shape 23"/>
        <p:cNvGrpSpPr/>
        <p:nvPr/>
      </p:nvGrpSpPr>
      <p:grpSpPr>
        <a:xfrm>
          <a:off x="0" y="0"/>
          <a:ext cx="0" cy="0"/>
          <a:chOff x="0" y="0"/>
          <a:chExt cx="0" cy="0"/>
        </a:xfrm>
      </p:grpSpPr>
      <p:sp>
        <p:nvSpPr>
          <p:cNvPr id="24" name="Google Shape;24;p2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1"/>
          <p:cNvSpPr txBox="1"/>
          <p:nvPr>
            <p:ph idx="1" type="body"/>
          </p:nvPr>
        </p:nvSpPr>
        <p:spPr>
          <a:xfrm>
            <a:off x="638675" y="1089250"/>
            <a:ext cx="57909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26" name="Google Shape;26;p2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27" name="Google Shape;27;p2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28" name="Google Shape;28;p21"/>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29" name="Google Shape;29;p2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30" name="Google Shape;30;p2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31" name="Google Shape;31;p2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extLst>
    <p:ext uri="{DCECCB84-F9BA-43D5-87BE-67443E8EF086}">
      <p15:sldGuideLst>
        <p15:guide id="1" pos="5358">
          <p15:clr>
            <a:srgbClr val="FA7B17"/>
          </p15:clr>
        </p15:guide>
        <p15:guide id="2" pos="40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TITLE_4_1_1_2_1">
    <p:spTree>
      <p:nvGrpSpPr>
        <p:cNvPr id="32" name="Shape 32"/>
        <p:cNvGrpSpPr/>
        <p:nvPr/>
      </p:nvGrpSpPr>
      <p:grpSpPr>
        <a:xfrm>
          <a:off x="0" y="0"/>
          <a:ext cx="0" cy="0"/>
          <a:chOff x="0" y="0"/>
          <a:chExt cx="0" cy="0"/>
        </a:xfrm>
      </p:grpSpPr>
      <p:pic>
        <p:nvPicPr>
          <p:cNvPr id="33" name="Google Shape;33;p22"/>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34" name="Google Shape;34;p2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35" name="Google Shape;35;p22"/>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36" name="Google Shape;36;p22"/>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37" name="Google Shape;37;p22"/>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38" name="Google Shape;38;p22"/>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39" name="Google Shape;39;p22"/>
          <p:cNvSpPr/>
          <p:nvPr/>
        </p:nvSpPr>
        <p:spPr>
          <a:xfrm>
            <a:off x="-1796500" y="-959226"/>
            <a:ext cx="3940412" cy="4188043"/>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FFD200"/>
          </a:solidFill>
          <a:ln>
            <a:noFill/>
          </a:ln>
        </p:spPr>
      </p:sp>
      <p:cxnSp>
        <p:nvCxnSpPr>
          <p:cNvPr id="40" name="Google Shape;40;p22"/>
          <p:cNvCxnSpPr/>
          <p:nvPr/>
        </p:nvCxnSpPr>
        <p:spPr>
          <a:xfrm>
            <a:off x="842707" y="2786250"/>
            <a:ext cx="0" cy="236700"/>
          </a:xfrm>
          <a:prstGeom prst="straightConnector1">
            <a:avLst/>
          </a:prstGeom>
          <a:noFill/>
          <a:ln cap="flat" cmpd="sng" w="9525">
            <a:solidFill>
              <a:srgbClr val="B7B7B7"/>
            </a:solidFill>
            <a:prstDash val="solid"/>
            <a:round/>
            <a:headEnd len="sm" w="sm" type="none"/>
            <a:tailEnd len="med" w="med" type="oval"/>
          </a:ln>
        </p:spPr>
      </p:cxnSp>
      <p:cxnSp>
        <p:nvCxnSpPr>
          <p:cNvPr id="41" name="Google Shape;41;p22"/>
          <p:cNvCxnSpPr/>
          <p:nvPr/>
        </p:nvCxnSpPr>
        <p:spPr>
          <a:xfrm>
            <a:off x="3480607" y="2786250"/>
            <a:ext cx="0" cy="236700"/>
          </a:xfrm>
          <a:prstGeom prst="straightConnector1">
            <a:avLst/>
          </a:prstGeom>
          <a:noFill/>
          <a:ln cap="flat" cmpd="sng" w="9525">
            <a:solidFill>
              <a:srgbClr val="B7B7B7"/>
            </a:solidFill>
            <a:prstDash val="solid"/>
            <a:round/>
            <a:headEnd len="sm" w="sm" type="none"/>
            <a:tailEnd len="med" w="med" type="oval"/>
          </a:ln>
        </p:spPr>
      </p:cxnSp>
      <p:cxnSp>
        <p:nvCxnSpPr>
          <p:cNvPr id="42" name="Google Shape;42;p22"/>
          <p:cNvCxnSpPr/>
          <p:nvPr/>
        </p:nvCxnSpPr>
        <p:spPr>
          <a:xfrm>
            <a:off x="6096007" y="2786250"/>
            <a:ext cx="0" cy="236700"/>
          </a:xfrm>
          <a:prstGeom prst="straightConnector1">
            <a:avLst/>
          </a:prstGeom>
          <a:noFill/>
          <a:ln cap="flat" cmpd="sng" w="9525">
            <a:solidFill>
              <a:srgbClr val="B7B7B7"/>
            </a:solidFill>
            <a:prstDash val="solid"/>
            <a:round/>
            <a:headEnd len="sm" w="sm" type="none"/>
            <a:tailEnd len="med" w="med" type="oval"/>
          </a:ln>
        </p:spPr>
      </p:cxnSp>
      <p:cxnSp>
        <p:nvCxnSpPr>
          <p:cNvPr id="43" name="Google Shape;43;p22"/>
          <p:cNvCxnSpPr/>
          <p:nvPr/>
        </p:nvCxnSpPr>
        <p:spPr>
          <a:xfrm rot="10800000">
            <a:off x="2138100" y="2297251"/>
            <a:ext cx="0" cy="255300"/>
          </a:xfrm>
          <a:prstGeom prst="straightConnector1">
            <a:avLst/>
          </a:prstGeom>
          <a:noFill/>
          <a:ln cap="flat" cmpd="sng" w="9525">
            <a:solidFill>
              <a:srgbClr val="B7B7B7"/>
            </a:solidFill>
            <a:prstDash val="solid"/>
            <a:round/>
            <a:headEnd len="sm" w="sm" type="none"/>
            <a:tailEnd len="med" w="med" type="oval"/>
          </a:ln>
        </p:spPr>
      </p:cxnSp>
      <p:cxnSp>
        <p:nvCxnSpPr>
          <p:cNvPr id="44" name="Google Shape;44;p22"/>
          <p:cNvCxnSpPr/>
          <p:nvPr/>
        </p:nvCxnSpPr>
        <p:spPr>
          <a:xfrm rot="10800000">
            <a:off x="4776000" y="2297251"/>
            <a:ext cx="0" cy="255300"/>
          </a:xfrm>
          <a:prstGeom prst="straightConnector1">
            <a:avLst/>
          </a:prstGeom>
          <a:noFill/>
          <a:ln cap="flat" cmpd="sng" w="9525">
            <a:solidFill>
              <a:srgbClr val="B7B7B7"/>
            </a:solidFill>
            <a:prstDash val="solid"/>
            <a:round/>
            <a:headEnd len="sm" w="sm" type="none"/>
            <a:tailEnd len="med" w="med" type="oval"/>
          </a:ln>
        </p:spPr>
      </p:cxnSp>
      <p:cxnSp>
        <p:nvCxnSpPr>
          <p:cNvPr id="45" name="Google Shape;45;p22"/>
          <p:cNvCxnSpPr/>
          <p:nvPr/>
        </p:nvCxnSpPr>
        <p:spPr>
          <a:xfrm rot="10800000">
            <a:off x="7391400" y="2297251"/>
            <a:ext cx="0" cy="255300"/>
          </a:xfrm>
          <a:prstGeom prst="straightConnector1">
            <a:avLst/>
          </a:prstGeom>
          <a:noFill/>
          <a:ln cap="flat" cmpd="sng" w="9525">
            <a:solidFill>
              <a:srgbClr val="B7B7B7"/>
            </a:solidFill>
            <a:prstDash val="solid"/>
            <a:round/>
            <a:headEnd len="sm" w="sm" type="none"/>
            <a:tailEnd len="med" w="med" type="oval"/>
          </a:ln>
        </p:spPr>
      </p:cxnSp>
      <p:sp>
        <p:nvSpPr>
          <p:cNvPr id="46" name="Google Shape;46;p22"/>
          <p:cNvSpPr/>
          <p:nvPr/>
        </p:nvSpPr>
        <p:spPr>
          <a:xfrm>
            <a:off x="633375" y="2467925"/>
            <a:ext cx="1349100" cy="3849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2"/>
          <p:cNvSpPr/>
          <p:nvPr/>
        </p:nvSpPr>
        <p:spPr>
          <a:xfrm>
            <a:off x="1951889" y="2467925"/>
            <a:ext cx="1349100" cy="384900"/>
          </a:xfrm>
          <a:prstGeom prst="rect">
            <a:avLst/>
          </a:prstGeom>
          <a:solidFill>
            <a:srgbClr val="9999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3270403" y="2467925"/>
            <a:ext cx="1349100" cy="384900"/>
          </a:xfrm>
          <a:prstGeom prst="rect">
            <a:avLst/>
          </a:prstGeom>
          <a:solidFill>
            <a:srgbClr val="B7B7B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4588917" y="2467925"/>
            <a:ext cx="1349100" cy="384900"/>
          </a:xfrm>
          <a:prstGeom prst="rect">
            <a:avLst/>
          </a:prstGeom>
          <a:solidFill>
            <a:srgbClr val="CCCC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2"/>
          <p:cNvSpPr/>
          <p:nvPr/>
        </p:nvSpPr>
        <p:spPr>
          <a:xfrm>
            <a:off x="5907431" y="2467925"/>
            <a:ext cx="1349100" cy="3849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2"/>
          <p:cNvSpPr/>
          <p:nvPr/>
        </p:nvSpPr>
        <p:spPr>
          <a:xfrm>
            <a:off x="7225945" y="2467925"/>
            <a:ext cx="1349100" cy="3849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2"/>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 name="Google Shape;53;p22"/>
          <p:cNvSpPr txBox="1"/>
          <p:nvPr>
            <p:ph idx="2" type="subTitle"/>
          </p:nvPr>
        </p:nvSpPr>
        <p:spPr>
          <a:xfrm>
            <a:off x="2097875" y="1110075"/>
            <a:ext cx="1087800" cy="10503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54" name="Google Shape;54;p22"/>
          <p:cNvSpPr txBox="1"/>
          <p:nvPr>
            <p:ph idx="3" type="subTitle"/>
          </p:nvPr>
        </p:nvSpPr>
        <p:spPr>
          <a:xfrm>
            <a:off x="4724700" y="1110075"/>
            <a:ext cx="1087800" cy="10503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55" name="Google Shape;55;p22"/>
          <p:cNvSpPr txBox="1"/>
          <p:nvPr>
            <p:ph idx="4" type="subTitle"/>
          </p:nvPr>
        </p:nvSpPr>
        <p:spPr>
          <a:xfrm>
            <a:off x="7351525" y="1110075"/>
            <a:ext cx="1087800" cy="10503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56" name="Google Shape;56;p22"/>
          <p:cNvSpPr txBox="1"/>
          <p:nvPr>
            <p:ph idx="5" type="subTitle"/>
          </p:nvPr>
        </p:nvSpPr>
        <p:spPr>
          <a:xfrm>
            <a:off x="805725" y="3117125"/>
            <a:ext cx="1087800" cy="1050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57" name="Google Shape;57;p22"/>
          <p:cNvSpPr txBox="1"/>
          <p:nvPr>
            <p:ph idx="6" type="subTitle"/>
          </p:nvPr>
        </p:nvSpPr>
        <p:spPr>
          <a:xfrm>
            <a:off x="3432550" y="3117125"/>
            <a:ext cx="1087800" cy="1050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58" name="Google Shape;58;p22"/>
          <p:cNvSpPr txBox="1"/>
          <p:nvPr>
            <p:ph idx="7" type="subTitle"/>
          </p:nvPr>
        </p:nvSpPr>
        <p:spPr>
          <a:xfrm>
            <a:off x="6059375" y="3117125"/>
            <a:ext cx="1087800" cy="10503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1000"/>
              <a:buNone/>
              <a:defRPr sz="1000"/>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CUSTOM_2">
    <p:spTree>
      <p:nvGrpSpPr>
        <p:cNvPr id="59" name="Shape 59"/>
        <p:cNvGrpSpPr/>
        <p:nvPr/>
      </p:nvGrpSpPr>
      <p:grpSpPr>
        <a:xfrm>
          <a:off x="0" y="0"/>
          <a:ext cx="0" cy="0"/>
          <a:chOff x="0" y="0"/>
          <a:chExt cx="0" cy="0"/>
        </a:xfrm>
      </p:grpSpPr>
      <p:pic>
        <p:nvPicPr>
          <p:cNvPr id="60" name="Google Shape;60;p23"/>
          <p:cNvPicPr preferRelativeResize="0"/>
          <p:nvPr/>
        </p:nvPicPr>
        <p:blipFill rotWithShape="1">
          <a:blip r:embed="rId2">
            <a:alphaModFix/>
          </a:blip>
          <a:srcRect b="0" l="308" r="298" t="0"/>
          <a:stretch/>
        </p:blipFill>
        <p:spPr>
          <a:xfrm>
            <a:off x="-1962175" y="-15775"/>
            <a:ext cx="5143501" cy="5175052"/>
          </a:xfrm>
          <a:prstGeom prst="rect">
            <a:avLst/>
          </a:prstGeom>
          <a:noFill/>
          <a:ln>
            <a:noFill/>
          </a:ln>
        </p:spPr>
      </p:pic>
      <p:sp>
        <p:nvSpPr>
          <p:cNvPr id="61" name="Google Shape;61;p23"/>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62" name="Google Shape;62;p23"/>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TITLE_4_1_1">
    <p:spTree>
      <p:nvGrpSpPr>
        <p:cNvPr id="63" name="Shape 63"/>
        <p:cNvGrpSpPr/>
        <p:nvPr/>
      </p:nvGrpSpPr>
      <p:grpSpPr>
        <a:xfrm>
          <a:off x="0" y="0"/>
          <a:ext cx="0" cy="0"/>
          <a:chOff x="0" y="0"/>
          <a:chExt cx="0" cy="0"/>
        </a:xfrm>
      </p:grpSpPr>
      <p:sp>
        <p:nvSpPr>
          <p:cNvPr id="64" name="Google Shape;64;p24"/>
          <p:cNvSpPr txBox="1"/>
          <p:nvPr>
            <p:ph type="title"/>
          </p:nvPr>
        </p:nvSpPr>
        <p:spPr>
          <a:xfrm>
            <a:off x="606225" y="269300"/>
            <a:ext cx="8382000" cy="859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65" name="Google Shape;65;p24"/>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66" name="Google Shape;66;p24"/>
          <p:cNvSpPr txBox="1"/>
          <p:nvPr>
            <p:ph idx="1" type="body"/>
          </p:nvPr>
        </p:nvSpPr>
        <p:spPr>
          <a:xfrm>
            <a:off x="638675"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67" name="Google Shape;67;p24"/>
          <p:cNvSpPr txBox="1"/>
          <p:nvPr>
            <p:ph idx="2" type="body"/>
          </p:nvPr>
        </p:nvSpPr>
        <p:spPr>
          <a:xfrm>
            <a:off x="4089400" y="1089250"/>
            <a:ext cx="3183600" cy="3114900"/>
          </a:xfrm>
          <a:prstGeom prst="rect">
            <a:avLst/>
          </a:prstGeom>
          <a:noFill/>
          <a:ln>
            <a:noFill/>
          </a:ln>
        </p:spPr>
        <p:txBody>
          <a:bodyPr anchorCtr="0" anchor="t" bIns="0" lIns="0" spcFirstLastPara="1" rIns="0" wrap="square" tIns="0">
            <a:noAutofit/>
          </a:bodyPr>
          <a:lstStyle>
            <a:lvl1pPr indent="-381000" lvl="0" marL="457200" algn="l">
              <a:lnSpc>
                <a:spcPct val="115000"/>
              </a:lnSpc>
              <a:spcBef>
                <a:spcPts val="0"/>
              </a:spcBef>
              <a:spcAft>
                <a:spcPts val="0"/>
              </a:spcAft>
              <a:buSzPts val="2400"/>
              <a:buChar char="●"/>
              <a:defRPr/>
            </a:lvl1pPr>
            <a:lvl2pPr indent="-342900" lvl="1" marL="914400" algn="l">
              <a:lnSpc>
                <a:spcPct val="115000"/>
              </a:lnSpc>
              <a:spcBef>
                <a:spcPts val="1600"/>
              </a:spcBef>
              <a:spcAft>
                <a:spcPts val="0"/>
              </a:spcAft>
              <a:buSzPts val="1800"/>
              <a:buChar char="○"/>
              <a:defRPr/>
            </a:lvl2pPr>
            <a:lvl3pPr indent="-330200" lvl="2" marL="1371600" algn="l">
              <a:lnSpc>
                <a:spcPct val="115000"/>
              </a:lnSpc>
              <a:spcBef>
                <a:spcPts val="1600"/>
              </a:spcBef>
              <a:spcAft>
                <a:spcPts val="0"/>
              </a:spcAft>
              <a:buSzPts val="1600"/>
              <a:buChar char="■"/>
              <a:defRPr/>
            </a:lvl3pPr>
            <a:lvl4pPr indent="-311150" lvl="3" marL="1828800" algn="l">
              <a:lnSpc>
                <a:spcPct val="115000"/>
              </a:lnSpc>
              <a:spcBef>
                <a:spcPts val="1600"/>
              </a:spcBef>
              <a:spcAft>
                <a:spcPts val="0"/>
              </a:spcAft>
              <a:buSzPts val="1300"/>
              <a:buChar char="●"/>
              <a:defRPr/>
            </a:lvl4pPr>
            <a:lvl5pPr indent="-292100" lvl="4" marL="2286000" algn="l">
              <a:lnSpc>
                <a:spcPct val="115000"/>
              </a:lnSpc>
              <a:spcBef>
                <a:spcPts val="1600"/>
              </a:spcBef>
              <a:spcAft>
                <a:spcPts val="0"/>
              </a:spcAft>
              <a:buSzPts val="1000"/>
              <a:buChar char="○"/>
              <a:defRPr/>
            </a:lvl5pPr>
            <a:lvl6pPr indent="-279400" lvl="5" marL="2743200" algn="l">
              <a:lnSpc>
                <a:spcPct val="115000"/>
              </a:lnSpc>
              <a:spcBef>
                <a:spcPts val="1600"/>
              </a:spcBef>
              <a:spcAft>
                <a:spcPts val="0"/>
              </a:spcAft>
              <a:buSzPts val="800"/>
              <a:buChar char="■"/>
              <a:defRPr/>
            </a:lvl6pPr>
            <a:lvl7pPr indent="-279400" lvl="6" marL="3200400" algn="l">
              <a:lnSpc>
                <a:spcPct val="115000"/>
              </a:lnSpc>
              <a:spcBef>
                <a:spcPts val="1600"/>
              </a:spcBef>
              <a:spcAft>
                <a:spcPts val="0"/>
              </a:spcAft>
              <a:buSzPts val="800"/>
              <a:buChar char="●"/>
              <a:defRPr/>
            </a:lvl7pPr>
            <a:lvl8pPr indent="-279400" lvl="7" marL="3657600" algn="l">
              <a:lnSpc>
                <a:spcPct val="115000"/>
              </a:lnSpc>
              <a:spcBef>
                <a:spcPts val="1600"/>
              </a:spcBef>
              <a:spcAft>
                <a:spcPts val="0"/>
              </a:spcAft>
              <a:buSzPts val="800"/>
              <a:buChar char="○"/>
              <a:defRPr/>
            </a:lvl8pPr>
            <a:lvl9pPr indent="-279400" lvl="8" marL="4114800" algn="l">
              <a:lnSpc>
                <a:spcPct val="115000"/>
              </a:lnSpc>
              <a:spcBef>
                <a:spcPts val="1600"/>
              </a:spcBef>
              <a:spcAft>
                <a:spcPts val="1600"/>
              </a:spcAft>
              <a:buSzPts val="800"/>
              <a:buChar char="■"/>
              <a:defRPr/>
            </a:lvl9pPr>
          </a:lstStyle>
          <a:p/>
        </p:txBody>
      </p:sp>
      <p:sp>
        <p:nvSpPr>
          <p:cNvPr id="68" name="Google Shape;68;p2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69" name="Google Shape;69;p24"/>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70" name="Google Shape;70;p24"/>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71" name="Google Shape;71;p24"/>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72" name="Google Shape;72;p24"/>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p:cSld name="MAIN_POINT_2_2">
    <p:bg>
      <p:bgPr>
        <a:solidFill>
          <a:schemeClr val="lt1"/>
        </a:solidFill>
      </p:bgPr>
    </p:bg>
    <p:spTree>
      <p:nvGrpSpPr>
        <p:cNvPr id="73" name="Shape 73"/>
        <p:cNvGrpSpPr/>
        <p:nvPr/>
      </p:nvGrpSpPr>
      <p:grpSpPr>
        <a:xfrm>
          <a:off x="0" y="0"/>
          <a:ext cx="0" cy="0"/>
          <a:chOff x="0" y="0"/>
          <a:chExt cx="0" cy="0"/>
        </a:xfrm>
      </p:grpSpPr>
      <p:sp>
        <p:nvSpPr>
          <p:cNvPr id="74" name="Google Shape;74;p25"/>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75" name="Google Shape;75;p25"/>
          <p:cNvSpPr/>
          <p:nvPr>
            <p:ph idx="2" type="pic"/>
          </p:nvPr>
        </p:nvSpPr>
        <p:spPr>
          <a:xfrm>
            <a:off x="2633150" y="-127000"/>
            <a:ext cx="7450800" cy="53976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
    <p:spTree>
      <p:nvGrpSpPr>
        <p:cNvPr id="76" name="Shape 76"/>
        <p:cNvGrpSpPr/>
        <p:nvPr/>
      </p:nvGrpSpPr>
      <p:grpSpPr>
        <a:xfrm>
          <a:off x="0" y="0"/>
          <a:ext cx="0" cy="0"/>
          <a:chOff x="0" y="0"/>
          <a:chExt cx="0" cy="0"/>
        </a:xfrm>
      </p:grpSpPr>
      <p:sp>
        <p:nvSpPr>
          <p:cNvPr id="77" name="Google Shape;77;p26"/>
          <p:cNvSpPr txBox="1"/>
          <p:nvPr>
            <p:ph type="ctrTitle"/>
          </p:nvPr>
        </p:nvSpPr>
        <p:spPr>
          <a:xfrm>
            <a:off x="2093850" y="859575"/>
            <a:ext cx="4956300" cy="1719000"/>
          </a:xfrm>
          <a:prstGeom prst="rect">
            <a:avLst/>
          </a:prstGeom>
          <a:noFill/>
          <a:ln>
            <a:noFill/>
          </a:ln>
        </p:spPr>
        <p:txBody>
          <a:bodyPr anchorCtr="0" anchor="ctr" bIns="0" lIns="0" spcFirstLastPara="1" rIns="0" wrap="square" tIns="0">
            <a:noAutofit/>
          </a:bodyPr>
          <a:lstStyle>
            <a:lvl1pPr lvl="0" algn="ctr">
              <a:lnSpc>
                <a:spcPct val="80000"/>
              </a:lnSpc>
              <a:spcBef>
                <a:spcPts val="0"/>
              </a:spcBef>
              <a:spcAft>
                <a:spcPts val="0"/>
              </a:spcAft>
              <a:buSzPts val="5500"/>
              <a:buNone/>
              <a:defRPr sz="5500"/>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p:txBody>
      </p:sp>
      <p:sp>
        <p:nvSpPr>
          <p:cNvPr id="78" name="Google Shape;78;p26"/>
          <p:cNvSpPr txBox="1"/>
          <p:nvPr/>
        </p:nvSpPr>
        <p:spPr>
          <a:xfrm>
            <a:off x="761975" y="3423775"/>
            <a:ext cx="3807600" cy="84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1" sz="1300" u="none" cap="none" strike="noStrike">
              <a:solidFill>
                <a:schemeClr val="lt1"/>
              </a:solidFill>
              <a:latin typeface="Arial"/>
              <a:ea typeface="Arial"/>
              <a:cs typeface="Arial"/>
              <a:sym typeface="Arial"/>
            </a:endParaRPr>
          </a:p>
        </p:txBody>
      </p:sp>
      <p:pic>
        <p:nvPicPr>
          <p:cNvPr id="79" name="Google Shape;79;p26"/>
          <p:cNvPicPr preferRelativeResize="0"/>
          <p:nvPr/>
        </p:nvPicPr>
        <p:blipFill rotWithShape="1">
          <a:blip r:embed="rId2">
            <a:alphaModFix/>
          </a:blip>
          <a:srcRect b="0" l="0" r="0" t="0"/>
          <a:stretch/>
        </p:blipFill>
        <p:spPr>
          <a:xfrm>
            <a:off x="3157188" y="4400095"/>
            <a:ext cx="2829624" cy="332975"/>
          </a:xfrm>
          <a:prstGeom prst="rect">
            <a:avLst/>
          </a:prstGeom>
          <a:noFill/>
          <a:ln>
            <a:noFill/>
          </a:ln>
        </p:spPr>
      </p:pic>
      <p:pic>
        <p:nvPicPr>
          <p:cNvPr id="80" name="Google Shape;80;p26"/>
          <p:cNvPicPr preferRelativeResize="0"/>
          <p:nvPr/>
        </p:nvPicPr>
        <p:blipFill rotWithShape="1">
          <a:blip r:embed="rId3">
            <a:alphaModFix/>
          </a:blip>
          <a:srcRect b="0" l="0" r="0" t="19112"/>
          <a:stretch/>
        </p:blipFill>
        <p:spPr>
          <a:xfrm>
            <a:off x="-1530325" y="3251200"/>
            <a:ext cx="12103050" cy="683575"/>
          </a:xfrm>
          <a:prstGeom prst="rect">
            <a:avLst/>
          </a:prstGeom>
          <a:noFill/>
          <a:ln>
            <a:noFill/>
          </a:ln>
        </p:spPr>
      </p:pic>
      <p:sp>
        <p:nvSpPr>
          <p:cNvPr id="81" name="Google Shape;81;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CUSTOM_1">
    <p:spTree>
      <p:nvGrpSpPr>
        <p:cNvPr id="82" name="Shape 82"/>
        <p:cNvGrpSpPr/>
        <p:nvPr/>
      </p:nvGrpSpPr>
      <p:grpSpPr>
        <a:xfrm>
          <a:off x="0" y="0"/>
          <a:ext cx="0" cy="0"/>
          <a:chOff x="0" y="0"/>
          <a:chExt cx="0" cy="0"/>
        </a:xfrm>
      </p:grpSpPr>
      <p:pic>
        <p:nvPicPr>
          <p:cNvPr id="83" name="Google Shape;83;p27"/>
          <p:cNvPicPr preferRelativeResize="0"/>
          <p:nvPr/>
        </p:nvPicPr>
        <p:blipFill rotWithShape="1">
          <a:blip r:embed="rId2">
            <a:alphaModFix/>
          </a:blip>
          <a:srcRect b="0" l="0" r="0" t="0"/>
          <a:stretch/>
        </p:blipFill>
        <p:spPr>
          <a:xfrm>
            <a:off x="-1953725" y="-15775"/>
            <a:ext cx="5143501" cy="5175052"/>
          </a:xfrm>
          <a:prstGeom prst="rect">
            <a:avLst/>
          </a:prstGeom>
          <a:noFill/>
          <a:ln>
            <a:noFill/>
          </a:ln>
        </p:spPr>
      </p:pic>
      <p:sp>
        <p:nvSpPr>
          <p:cNvPr id="84" name="Google Shape;84;p27"/>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85" name="Google Shape;85;p27"/>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CUSTOM">
    <p:spTree>
      <p:nvGrpSpPr>
        <p:cNvPr id="86" name="Shape 86"/>
        <p:cNvGrpSpPr/>
        <p:nvPr/>
      </p:nvGrpSpPr>
      <p:grpSpPr>
        <a:xfrm>
          <a:off x="0" y="0"/>
          <a:ext cx="0" cy="0"/>
          <a:chOff x="0" y="0"/>
          <a:chExt cx="0" cy="0"/>
        </a:xfrm>
      </p:grpSpPr>
      <p:pic>
        <p:nvPicPr>
          <p:cNvPr id="87" name="Google Shape;87;p28"/>
          <p:cNvPicPr preferRelativeResize="0"/>
          <p:nvPr/>
        </p:nvPicPr>
        <p:blipFill rotWithShape="1">
          <a:blip r:embed="rId2">
            <a:alphaModFix/>
          </a:blip>
          <a:srcRect b="0" l="0" r="0" t="0"/>
          <a:stretch/>
        </p:blipFill>
        <p:spPr>
          <a:xfrm>
            <a:off x="-1961000" y="-15775"/>
            <a:ext cx="5175052" cy="5175052"/>
          </a:xfrm>
          <a:prstGeom prst="rect">
            <a:avLst/>
          </a:prstGeom>
          <a:noFill/>
          <a:ln>
            <a:noFill/>
          </a:ln>
        </p:spPr>
      </p:pic>
      <p:sp>
        <p:nvSpPr>
          <p:cNvPr id="88" name="Google Shape;88;p28"/>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700"/>
              <a:buNone/>
              <a:defRPr sz="5500"/>
            </a:lvl1pPr>
            <a:lvl2pPr lvl="1" algn="l">
              <a:lnSpc>
                <a:spcPct val="80000"/>
              </a:lnSpc>
              <a:spcBef>
                <a:spcPts val="0"/>
              </a:spcBef>
              <a:spcAft>
                <a:spcPts val="0"/>
              </a:spcAft>
              <a:buSzPts val="1200"/>
              <a:buNone/>
              <a:defRPr sz="1200"/>
            </a:lvl2pPr>
            <a:lvl3pPr lvl="2" algn="l">
              <a:lnSpc>
                <a:spcPct val="80000"/>
              </a:lnSpc>
              <a:spcBef>
                <a:spcPts val="0"/>
              </a:spcBef>
              <a:spcAft>
                <a:spcPts val="0"/>
              </a:spcAft>
              <a:buSzPts val="1200"/>
              <a:buNone/>
              <a:defRPr sz="1200"/>
            </a:lvl3pPr>
            <a:lvl4pPr lvl="3" algn="l">
              <a:lnSpc>
                <a:spcPct val="80000"/>
              </a:lnSpc>
              <a:spcBef>
                <a:spcPts val="0"/>
              </a:spcBef>
              <a:spcAft>
                <a:spcPts val="0"/>
              </a:spcAft>
              <a:buSzPts val="1200"/>
              <a:buNone/>
              <a:defRPr sz="1200"/>
            </a:lvl4pPr>
            <a:lvl5pPr lvl="4" algn="l">
              <a:lnSpc>
                <a:spcPct val="80000"/>
              </a:lnSpc>
              <a:spcBef>
                <a:spcPts val="0"/>
              </a:spcBef>
              <a:spcAft>
                <a:spcPts val="0"/>
              </a:spcAft>
              <a:buSzPts val="1200"/>
              <a:buNone/>
              <a:defRPr sz="1200"/>
            </a:lvl5pPr>
            <a:lvl6pPr lvl="5" algn="l">
              <a:lnSpc>
                <a:spcPct val="80000"/>
              </a:lnSpc>
              <a:spcBef>
                <a:spcPts val="0"/>
              </a:spcBef>
              <a:spcAft>
                <a:spcPts val="0"/>
              </a:spcAft>
              <a:buSzPts val="1200"/>
              <a:buNone/>
              <a:defRPr sz="1200"/>
            </a:lvl6pPr>
            <a:lvl7pPr lvl="6" algn="l">
              <a:lnSpc>
                <a:spcPct val="80000"/>
              </a:lnSpc>
              <a:spcBef>
                <a:spcPts val="0"/>
              </a:spcBef>
              <a:spcAft>
                <a:spcPts val="0"/>
              </a:spcAft>
              <a:buSzPts val="1200"/>
              <a:buNone/>
              <a:defRPr sz="1200"/>
            </a:lvl7pPr>
            <a:lvl8pPr lvl="7" algn="l">
              <a:lnSpc>
                <a:spcPct val="80000"/>
              </a:lnSpc>
              <a:spcBef>
                <a:spcPts val="0"/>
              </a:spcBef>
              <a:spcAft>
                <a:spcPts val="0"/>
              </a:spcAft>
              <a:buSzPts val="1200"/>
              <a:buNone/>
              <a:defRPr sz="1200"/>
            </a:lvl8pPr>
            <a:lvl9pPr lvl="8" algn="l">
              <a:lnSpc>
                <a:spcPct val="80000"/>
              </a:lnSpc>
              <a:spcBef>
                <a:spcPts val="0"/>
              </a:spcBef>
              <a:spcAft>
                <a:spcPts val="0"/>
              </a:spcAft>
              <a:buSzPts val="1200"/>
              <a:buNone/>
              <a:defRPr sz="1200"/>
            </a:lvl9pPr>
          </a:lstStyle>
          <a:p/>
        </p:txBody>
      </p:sp>
      <p:sp>
        <p:nvSpPr>
          <p:cNvPr id="89" name="Google Shape;89;p28"/>
          <p:cNvSpPr txBox="1"/>
          <p:nvPr>
            <p:ph idx="1" type="subTitle"/>
          </p:nvPr>
        </p:nvSpPr>
        <p:spPr>
          <a:xfrm>
            <a:off x="3822200" y="2669950"/>
            <a:ext cx="4830300" cy="84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
  <p:cSld name="TITLE_4_1_1_1">
    <p:spTree>
      <p:nvGrpSpPr>
        <p:cNvPr id="90" name="Shape 90"/>
        <p:cNvGrpSpPr/>
        <p:nvPr/>
      </p:nvGrpSpPr>
      <p:grpSpPr>
        <a:xfrm>
          <a:off x="0" y="0"/>
          <a:ext cx="0" cy="0"/>
          <a:chOff x="0" y="0"/>
          <a:chExt cx="0" cy="0"/>
        </a:xfrm>
      </p:grpSpPr>
      <p:sp>
        <p:nvSpPr>
          <p:cNvPr id="91" name="Google Shape;91;p29"/>
          <p:cNvSpPr/>
          <p:nvPr>
            <p:ph idx="2" type="pic"/>
          </p:nvPr>
        </p:nvSpPr>
        <p:spPr>
          <a:xfrm>
            <a:off x="3436275" y="-101925"/>
            <a:ext cx="5839800" cy="5470500"/>
          </a:xfrm>
          <a:prstGeom prst="rect">
            <a:avLst/>
          </a:prstGeom>
          <a:noFill/>
          <a:ln>
            <a:noFill/>
          </a:ln>
        </p:spPr>
      </p:sp>
      <p:pic>
        <p:nvPicPr>
          <p:cNvPr id="92" name="Google Shape;92;p29"/>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93" name="Google Shape;93;p29"/>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4" name="Google Shape;94;p29"/>
          <p:cNvSpPr txBox="1"/>
          <p:nvPr>
            <p:ph idx="3"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399">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hotos">
  <p:cSld name="TITLE_4_1_1_1_1">
    <p:spTree>
      <p:nvGrpSpPr>
        <p:cNvPr id="95" name="Shape 95"/>
        <p:cNvGrpSpPr/>
        <p:nvPr/>
      </p:nvGrpSpPr>
      <p:grpSpPr>
        <a:xfrm>
          <a:off x="0" y="0"/>
          <a:ext cx="0" cy="0"/>
          <a:chOff x="0" y="0"/>
          <a:chExt cx="0" cy="0"/>
        </a:xfrm>
      </p:grpSpPr>
      <p:sp>
        <p:nvSpPr>
          <p:cNvPr id="96" name="Google Shape;96;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30"/>
          <p:cNvSpPr/>
          <p:nvPr>
            <p:ph idx="2" type="pic"/>
          </p:nvPr>
        </p:nvSpPr>
        <p:spPr>
          <a:xfrm>
            <a:off x="3415100" y="2578600"/>
            <a:ext cx="5808900" cy="2730000"/>
          </a:xfrm>
          <a:prstGeom prst="rect">
            <a:avLst/>
          </a:prstGeom>
          <a:noFill/>
          <a:ln cap="flat" cmpd="sng" w="76200">
            <a:solidFill>
              <a:schemeClr val="lt1"/>
            </a:solidFill>
            <a:prstDash val="solid"/>
            <a:round/>
            <a:headEnd len="sm" w="sm" type="none"/>
            <a:tailEnd len="sm" w="sm" type="none"/>
          </a:ln>
        </p:spPr>
      </p:sp>
      <p:sp>
        <p:nvSpPr>
          <p:cNvPr id="98" name="Google Shape;98;p30"/>
          <p:cNvSpPr/>
          <p:nvPr>
            <p:ph idx="3" type="pic"/>
          </p:nvPr>
        </p:nvSpPr>
        <p:spPr>
          <a:xfrm>
            <a:off x="3415100" y="-123775"/>
            <a:ext cx="3399300" cy="2637000"/>
          </a:xfrm>
          <a:prstGeom prst="rect">
            <a:avLst/>
          </a:prstGeom>
          <a:noFill/>
          <a:ln cap="flat" cmpd="sng" w="76200">
            <a:solidFill>
              <a:schemeClr val="lt1"/>
            </a:solidFill>
            <a:prstDash val="solid"/>
            <a:round/>
            <a:headEnd len="sm" w="sm" type="none"/>
            <a:tailEnd len="sm" w="sm" type="none"/>
          </a:ln>
        </p:spPr>
      </p:sp>
      <p:sp>
        <p:nvSpPr>
          <p:cNvPr id="99" name="Google Shape;99;p30"/>
          <p:cNvSpPr/>
          <p:nvPr>
            <p:ph idx="4" type="pic"/>
          </p:nvPr>
        </p:nvSpPr>
        <p:spPr>
          <a:xfrm>
            <a:off x="6901675" y="-123775"/>
            <a:ext cx="2322300" cy="2637000"/>
          </a:xfrm>
          <a:prstGeom prst="rect">
            <a:avLst/>
          </a:prstGeom>
          <a:noFill/>
          <a:ln cap="flat" cmpd="sng" w="76200">
            <a:solidFill>
              <a:schemeClr val="lt1"/>
            </a:solidFill>
            <a:prstDash val="solid"/>
            <a:round/>
            <a:headEnd len="sm" w="sm" type="none"/>
            <a:tailEnd len="sm" w="sm" type="none"/>
          </a:ln>
        </p:spPr>
      </p:sp>
      <p:pic>
        <p:nvPicPr>
          <p:cNvPr id="100" name="Google Shape;100;p30"/>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01" name="Google Shape;101;p30"/>
          <p:cNvSpPr txBox="1"/>
          <p:nvPr>
            <p:ph type="title"/>
          </p:nvPr>
        </p:nvSpPr>
        <p:spPr>
          <a:xfrm>
            <a:off x="633375" y="662500"/>
            <a:ext cx="2414700" cy="1056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2" name="Google Shape;102;p30"/>
          <p:cNvSpPr txBox="1"/>
          <p:nvPr>
            <p:ph idx="5" type="title"/>
          </p:nvPr>
        </p:nvSpPr>
        <p:spPr>
          <a:xfrm>
            <a:off x="633375" y="1897100"/>
            <a:ext cx="2414700" cy="22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300"/>
              <a:buNone/>
              <a:defRPr sz="1300">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elements">
  <p:cSld name="TITLE_4_1_1_2">
    <p:spTree>
      <p:nvGrpSpPr>
        <p:cNvPr id="103" name="Shape 103"/>
        <p:cNvGrpSpPr/>
        <p:nvPr/>
      </p:nvGrpSpPr>
      <p:grpSpPr>
        <a:xfrm>
          <a:off x="0" y="0"/>
          <a:ext cx="0" cy="0"/>
          <a:chOff x="0" y="0"/>
          <a:chExt cx="0" cy="0"/>
        </a:xfrm>
      </p:grpSpPr>
      <p:pic>
        <p:nvPicPr>
          <p:cNvPr id="104" name="Google Shape;104;p31"/>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05" name="Google Shape;105;p3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06" name="Google Shape;106;p31"/>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107" name="Google Shape;107;p31"/>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08" name="Google Shape;108;p31"/>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09" name="Google Shape;109;p31"/>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10" name="Google Shape;110;p31"/>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31"/>
          <p:cNvSpPr/>
          <p:nvPr/>
        </p:nvSpPr>
        <p:spPr>
          <a:xfrm>
            <a:off x="380998"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112" name="Google Shape;112;p31"/>
          <p:cNvSpPr/>
          <p:nvPr/>
        </p:nvSpPr>
        <p:spPr>
          <a:xfrm>
            <a:off x="26795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E31933"/>
          </a:solidFill>
          <a:ln>
            <a:noFill/>
          </a:ln>
        </p:spPr>
      </p:sp>
      <p:sp>
        <p:nvSpPr>
          <p:cNvPr id="113" name="Google Shape;113;p31"/>
          <p:cNvSpPr/>
          <p:nvPr/>
        </p:nvSpPr>
        <p:spPr>
          <a:xfrm>
            <a:off x="4367573" y="1079775"/>
            <a:ext cx="1702407" cy="1809639"/>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1"/>
          </a:solidFill>
          <a:ln>
            <a:noFill/>
          </a:ln>
        </p:spPr>
      </p:sp>
      <p:sp>
        <p:nvSpPr>
          <p:cNvPr id="114" name="Google Shape;114;p31"/>
          <p:cNvSpPr txBox="1"/>
          <p:nvPr>
            <p:ph idx="2" type="subTitle"/>
          </p:nvPr>
        </p:nvSpPr>
        <p:spPr>
          <a:xfrm>
            <a:off x="1746200" y="2630350"/>
            <a:ext cx="2571300" cy="258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Font typeface="Arial"/>
              <a:buNone/>
              <a:defRPr sz="1400">
                <a:latin typeface="Arial"/>
                <a:ea typeface="Arial"/>
                <a:cs typeface="Arial"/>
                <a:sym typeface="Aria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115" name="Google Shape;115;p31"/>
          <p:cNvSpPr/>
          <p:nvPr/>
        </p:nvSpPr>
        <p:spPr>
          <a:xfrm>
            <a:off x="3164125"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rgbClr val="B7B7B7"/>
          </a:solidFill>
          <a:ln>
            <a:noFill/>
          </a:ln>
        </p:spPr>
      </p:sp>
      <p:sp>
        <p:nvSpPr>
          <p:cNvPr id="116" name="Google Shape;116;p31"/>
          <p:cNvSpPr/>
          <p:nvPr/>
        </p:nvSpPr>
        <p:spPr>
          <a:xfrm>
            <a:off x="6019800" y="3262351"/>
            <a:ext cx="822442" cy="874128"/>
          </a:xfrm>
          <a:custGeom>
            <a:rect b="b" l="l" r="r" t="t"/>
            <a:pathLst>
              <a:path extrusionOk="0" h="310801" w="310942">
                <a:moveTo>
                  <a:pt x="48578" y="0"/>
                </a:moveTo>
                <a:lnTo>
                  <a:pt x="204216" y="0"/>
                </a:lnTo>
                <a:lnTo>
                  <a:pt x="310942" y="145691"/>
                </a:lnTo>
                <a:lnTo>
                  <a:pt x="155448" y="310801"/>
                </a:lnTo>
                <a:lnTo>
                  <a:pt x="0" y="310801"/>
                </a:lnTo>
                <a:lnTo>
                  <a:pt x="155448" y="145637"/>
                </a:lnTo>
                <a:close/>
              </a:path>
            </a:pathLst>
          </a:custGeom>
          <a:solidFill>
            <a:schemeClr val="accent4"/>
          </a:solidFill>
          <a:ln>
            <a:noFill/>
          </a:ln>
        </p:spPr>
      </p:sp>
      <p:sp>
        <p:nvSpPr>
          <p:cNvPr id="117" name="Google Shape;117;p31"/>
          <p:cNvSpPr txBox="1"/>
          <p:nvPr>
            <p:ph idx="3" type="title"/>
          </p:nvPr>
        </p:nvSpPr>
        <p:spPr>
          <a:xfrm>
            <a:off x="1746201" y="1121300"/>
            <a:ext cx="3254400" cy="1538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3000"/>
              <a:buFont typeface="Arial"/>
              <a:buNone/>
              <a:defRPr b="0" sz="13000">
                <a:latin typeface="Arial"/>
                <a:ea typeface="Arial"/>
                <a:cs typeface="Arial"/>
                <a:sym typeface="Arial"/>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p:txBody>
      </p:sp>
      <p:sp>
        <p:nvSpPr>
          <p:cNvPr id="118" name="Google Shape;118;p31"/>
          <p:cNvSpPr txBox="1"/>
          <p:nvPr>
            <p:ph idx="4" type="subTitle"/>
          </p:nvPr>
        </p:nvSpPr>
        <p:spPr>
          <a:xfrm>
            <a:off x="5732775" y="2630350"/>
            <a:ext cx="2571300" cy="258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Font typeface="Arial"/>
              <a:buNone/>
              <a:defRPr sz="1400">
                <a:latin typeface="Arial"/>
                <a:ea typeface="Arial"/>
                <a:cs typeface="Arial"/>
                <a:sym typeface="Aria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119" name="Google Shape;119;p31"/>
          <p:cNvSpPr txBox="1"/>
          <p:nvPr>
            <p:ph idx="5" type="title"/>
          </p:nvPr>
        </p:nvSpPr>
        <p:spPr>
          <a:xfrm>
            <a:off x="5732776" y="1121300"/>
            <a:ext cx="3254400" cy="1538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3000"/>
              <a:buFont typeface="Arial"/>
              <a:buNone/>
              <a:defRPr b="0" sz="13000">
                <a:latin typeface="Arial"/>
                <a:ea typeface="Arial"/>
                <a:cs typeface="Arial"/>
                <a:sym typeface="Arial"/>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p:txBody>
      </p:sp>
      <p:sp>
        <p:nvSpPr>
          <p:cNvPr id="120" name="Google Shape;120;p31"/>
          <p:cNvSpPr txBox="1"/>
          <p:nvPr>
            <p:ph idx="6" type="subTitle"/>
          </p:nvPr>
        </p:nvSpPr>
        <p:spPr>
          <a:xfrm>
            <a:off x="1173561" y="3971981"/>
            <a:ext cx="2571300" cy="258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Font typeface="Arial"/>
              <a:buNone/>
              <a:defRPr sz="1400">
                <a:latin typeface="Arial"/>
                <a:ea typeface="Arial"/>
                <a:cs typeface="Arial"/>
                <a:sym typeface="Aria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121" name="Google Shape;121;p31"/>
          <p:cNvSpPr txBox="1"/>
          <p:nvPr>
            <p:ph idx="7" type="title"/>
          </p:nvPr>
        </p:nvSpPr>
        <p:spPr>
          <a:xfrm>
            <a:off x="1165869" y="3134019"/>
            <a:ext cx="1810500" cy="8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200"/>
              <a:buFont typeface="Arial"/>
              <a:buNone/>
              <a:defRPr b="0" sz="7200">
                <a:latin typeface="Arial"/>
                <a:ea typeface="Arial"/>
                <a:cs typeface="Arial"/>
                <a:sym typeface="Arial"/>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p:txBody>
      </p:sp>
      <p:sp>
        <p:nvSpPr>
          <p:cNvPr id="122" name="Google Shape;122;p31"/>
          <p:cNvSpPr txBox="1"/>
          <p:nvPr>
            <p:ph idx="8" type="subTitle"/>
          </p:nvPr>
        </p:nvSpPr>
        <p:spPr>
          <a:xfrm>
            <a:off x="4069736" y="3971981"/>
            <a:ext cx="2571300" cy="258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Font typeface="Arial"/>
              <a:buNone/>
              <a:defRPr sz="1400">
                <a:latin typeface="Arial"/>
                <a:ea typeface="Arial"/>
                <a:cs typeface="Arial"/>
                <a:sym typeface="Aria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123" name="Google Shape;123;p31"/>
          <p:cNvSpPr txBox="1"/>
          <p:nvPr>
            <p:ph idx="9" type="title"/>
          </p:nvPr>
        </p:nvSpPr>
        <p:spPr>
          <a:xfrm>
            <a:off x="4062044" y="3134019"/>
            <a:ext cx="1810500" cy="8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200"/>
              <a:buFont typeface="Arial"/>
              <a:buNone/>
              <a:defRPr b="0" sz="7200">
                <a:latin typeface="Arial"/>
                <a:ea typeface="Arial"/>
                <a:cs typeface="Arial"/>
                <a:sym typeface="Arial"/>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p:txBody>
      </p:sp>
      <p:sp>
        <p:nvSpPr>
          <p:cNvPr id="124" name="Google Shape;124;p31"/>
          <p:cNvSpPr txBox="1"/>
          <p:nvPr>
            <p:ph idx="13" type="subTitle"/>
          </p:nvPr>
        </p:nvSpPr>
        <p:spPr>
          <a:xfrm>
            <a:off x="6925411" y="3971981"/>
            <a:ext cx="2571300" cy="258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Font typeface="Arial"/>
              <a:buNone/>
              <a:defRPr sz="1400">
                <a:latin typeface="Arial"/>
                <a:ea typeface="Arial"/>
                <a:cs typeface="Arial"/>
                <a:sym typeface="Aria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sp>
        <p:nvSpPr>
          <p:cNvPr id="125" name="Google Shape;125;p31"/>
          <p:cNvSpPr txBox="1"/>
          <p:nvPr>
            <p:ph idx="14" type="title"/>
          </p:nvPr>
        </p:nvSpPr>
        <p:spPr>
          <a:xfrm>
            <a:off x="6917719" y="3134019"/>
            <a:ext cx="1810500" cy="8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200"/>
              <a:buFont typeface="Arial"/>
              <a:buNone/>
              <a:defRPr b="0" sz="7200">
                <a:latin typeface="Arial"/>
                <a:ea typeface="Arial"/>
                <a:cs typeface="Arial"/>
                <a:sym typeface="Arial"/>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with left rule">
  <p:cSld name="TITLE_4_1_1_2_1_1">
    <p:spTree>
      <p:nvGrpSpPr>
        <p:cNvPr id="126" name="Shape 126"/>
        <p:cNvGrpSpPr/>
        <p:nvPr/>
      </p:nvGrpSpPr>
      <p:grpSpPr>
        <a:xfrm>
          <a:off x="0" y="0"/>
          <a:ext cx="0" cy="0"/>
          <a:chOff x="0" y="0"/>
          <a:chExt cx="0" cy="0"/>
        </a:xfrm>
      </p:grpSpPr>
      <p:pic>
        <p:nvPicPr>
          <p:cNvPr id="127" name="Google Shape;127;p32"/>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28" name="Google Shape;128;p3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29" name="Google Shape;129;p32"/>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Clr>
                <a:schemeClr val="dk1"/>
              </a:buClr>
              <a:buSzPts val="1800"/>
              <a:buNone/>
              <a:defRPr>
                <a:solidFill>
                  <a:schemeClr val="dk1"/>
                </a:solidFill>
              </a:defRPr>
            </a:lvl2pPr>
            <a:lvl3pPr lvl="2" algn="l">
              <a:lnSpc>
                <a:spcPct val="115000"/>
              </a:lnSpc>
              <a:spcBef>
                <a:spcPts val="1600"/>
              </a:spcBef>
              <a:spcAft>
                <a:spcPts val="0"/>
              </a:spcAft>
              <a:buClr>
                <a:schemeClr val="dk1"/>
              </a:buClr>
              <a:buSzPts val="1600"/>
              <a:buNone/>
              <a:defRPr>
                <a:solidFill>
                  <a:schemeClr val="dk1"/>
                </a:solidFill>
              </a:defRPr>
            </a:lvl3pPr>
            <a:lvl4pPr lvl="3" algn="l">
              <a:lnSpc>
                <a:spcPct val="115000"/>
              </a:lnSpc>
              <a:spcBef>
                <a:spcPts val="1600"/>
              </a:spcBef>
              <a:spcAft>
                <a:spcPts val="0"/>
              </a:spcAft>
              <a:buClr>
                <a:schemeClr val="dk1"/>
              </a:buClr>
              <a:buSzPts val="1300"/>
              <a:buNone/>
              <a:defRPr>
                <a:solidFill>
                  <a:schemeClr val="dk1"/>
                </a:solidFill>
              </a:defRPr>
            </a:lvl4pPr>
            <a:lvl5pPr lvl="4" algn="l">
              <a:lnSpc>
                <a:spcPct val="115000"/>
              </a:lnSpc>
              <a:spcBef>
                <a:spcPts val="1600"/>
              </a:spcBef>
              <a:spcAft>
                <a:spcPts val="0"/>
              </a:spcAft>
              <a:buClr>
                <a:schemeClr val="dk1"/>
              </a:buClr>
              <a:buSzPts val="1000"/>
              <a:buNone/>
              <a:defRPr>
                <a:solidFill>
                  <a:schemeClr val="dk1"/>
                </a:solidFill>
              </a:defRPr>
            </a:lvl5pPr>
            <a:lvl6pPr lvl="5" algn="l">
              <a:lnSpc>
                <a:spcPct val="115000"/>
              </a:lnSpc>
              <a:spcBef>
                <a:spcPts val="1600"/>
              </a:spcBef>
              <a:spcAft>
                <a:spcPts val="0"/>
              </a:spcAft>
              <a:buClr>
                <a:schemeClr val="dk1"/>
              </a:buClr>
              <a:buSzPts val="800"/>
              <a:buNone/>
              <a:defRPr>
                <a:solidFill>
                  <a:schemeClr val="dk1"/>
                </a:solidFill>
              </a:defRPr>
            </a:lvl6pPr>
            <a:lvl7pPr lvl="6" algn="l">
              <a:lnSpc>
                <a:spcPct val="115000"/>
              </a:lnSpc>
              <a:spcBef>
                <a:spcPts val="1600"/>
              </a:spcBef>
              <a:spcAft>
                <a:spcPts val="0"/>
              </a:spcAft>
              <a:buClr>
                <a:schemeClr val="dk1"/>
              </a:buClr>
              <a:buSzPts val="800"/>
              <a:buNone/>
              <a:defRPr>
                <a:solidFill>
                  <a:schemeClr val="dk1"/>
                </a:solidFill>
              </a:defRPr>
            </a:lvl7pPr>
            <a:lvl8pPr lvl="7" algn="l">
              <a:lnSpc>
                <a:spcPct val="115000"/>
              </a:lnSpc>
              <a:spcBef>
                <a:spcPts val="1600"/>
              </a:spcBef>
              <a:spcAft>
                <a:spcPts val="0"/>
              </a:spcAft>
              <a:buClr>
                <a:schemeClr val="dk1"/>
              </a:buClr>
              <a:buSzPts val="800"/>
              <a:buNone/>
              <a:defRPr>
                <a:solidFill>
                  <a:schemeClr val="dk1"/>
                </a:solidFill>
              </a:defRPr>
            </a:lvl8pPr>
            <a:lvl9pPr lvl="8" algn="l">
              <a:lnSpc>
                <a:spcPct val="115000"/>
              </a:lnSpc>
              <a:spcBef>
                <a:spcPts val="1600"/>
              </a:spcBef>
              <a:spcAft>
                <a:spcPts val="1600"/>
              </a:spcAft>
              <a:buClr>
                <a:schemeClr val="dk1"/>
              </a:buClr>
              <a:buSzPts val="800"/>
              <a:buNone/>
              <a:defRPr>
                <a:solidFill>
                  <a:schemeClr val="dk1"/>
                </a:solidFill>
              </a:defRPr>
            </a:lvl9pPr>
          </a:lstStyle>
          <a:p/>
        </p:txBody>
      </p:sp>
      <p:pic>
        <p:nvPicPr>
          <p:cNvPr id="130" name="Google Shape;130;p32"/>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31" name="Google Shape;131;p32"/>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32" name="Google Shape;132;p32"/>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33" name="Google Shape;133;p32"/>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34" name="Google Shape;134;p32"/>
          <p:cNvCxnSpPr/>
          <p:nvPr/>
        </p:nvCxnSpPr>
        <p:spPr>
          <a:xfrm>
            <a:off x="529825" y="1206450"/>
            <a:ext cx="0" cy="2722200"/>
          </a:xfrm>
          <a:prstGeom prst="straightConnector1">
            <a:avLst/>
          </a:prstGeom>
          <a:noFill/>
          <a:ln cap="flat" cmpd="sng" w="9525">
            <a:solidFill>
              <a:schemeClr val="dk2"/>
            </a:solidFill>
            <a:prstDash val="solid"/>
            <a:round/>
            <a:headEnd len="sm" w="sm" type="none"/>
            <a:tailEnd len="sm" w="sm" type="none"/>
          </a:ln>
        </p:spPr>
      </p:cxnSp>
      <p:cxnSp>
        <p:nvCxnSpPr>
          <p:cNvPr id="135" name="Google Shape;135;p32"/>
          <p:cNvCxnSpPr/>
          <p:nvPr/>
        </p:nvCxnSpPr>
        <p:spPr>
          <a:xfrm>
            <a:off x="3362650" y="1206450"/>
            <a:ext cx="0" cy="2722200"/>
          </a:xfrm>
          <a:prstGeom prst="straightConnector1">
            <a:avLst/>
          </a:prstGeom>
          <a:noFill/>
          <a:ln cap="flat" cmpd="sng" w="9525">
            <a:solidFill>
              <a:schemeClr val="dk2"/>
            </a:solidFill>
            <a:prstDash val="solid"/>
            <a:round/>
            <a:headEnd len="sm" w="sm" type="none"/>
            <a:tailEnd len="sm" w="sm" type="none"/>
          </a:ln>
        </p:spPr>
      </p:cxnSp>
      <p:cxnSp>
        <p:nvCxnSpPr>
          <p:cNvPr id="136" name="Google Shape;136;p32"/>
          <p:cNvCxnSpPr/>
          <p:nvPr/>
        </p:nvCxnSpPr>
        <p:spPr>
          <a:xfrm>
            <a:off x="6195475" y="1206450"/>
            <a:ext cx="0" cy="2722200"/>
          </a:xfrm>
          <a:prstGeom prst="straightConnector1">
            <a:avLst/>
          </a:prstGeom>
          <a:noFill/>
          <a:ln cap="flat" cmpd="sng" w="9525">
            <a:solidFill>
              <a:schemeClr val="dk2"/>
            </a:solidFill>
            <a:prstDash val="solid"/>
            <a:round/>
            <a:headEnd len="sm" w="sm" type="none"/>
            <a:tailEnd len="sm" w="sm" type="none"/>
          </a:ln>
        </p:spPr>
      </p:cxnSp>
      <p:sp>
        <p:nvSpPr>
          <p:cNvPr id="137" name="Google Shape;137;p32"/>
          <p:cNvSpPr txBox="1"/>
          <p:nvPr/>
        </p:nvSpPr>
        <p:spPr>
          <a:xfrm>
            <a:off x="714875" y="1663450"/>
            <a:ext cx="2424300" cy="226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8" name="Google Shape;138;p32"/>
          <p:cNvSpPr txBox="1"/>
          <p:nvPr>
            <p:ph idx="2" type="subTitle"/>
          </p:nvPr>
        </p:nvSpPr>
        <p:spPr>
          <a:xfrm>
            <a:off x="688825" y="1134050"/>
            <a:ext cx="2511900" cy="41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400"/>
              <a:buFont typeface="Arial"/>
              <a:buNone/>
              <a:defRPr>
                <a:latin typeface="Arial"/>
                <a:ea typeface="Arial"/>
                <a:cs typeface="Arial"/>
                <a:sym typeface="Arial"/>
              </a:defRPr>
            </a:lvl1pPr>
            <a:lvl2pPr lvl="1" algn="l">
              <a:lnSpc>
                <a:spcPct val="115000"/>
              </a:lnSpc>
              <a:spcBef>
                <a:spcPts val="1600"/>
              </a:spcBef>
              <a:spcAft>
                <a:spcPts val="0"/>
              </a:spcAft>
              <a:buSzPts val="2400"/>
              <a:buFont typeface="Arial"/>
              <a:buNone/>
              <a:defRPr sz="2400">
                <a:latin typeface="Arial"/>
                <a:ea typeface="Arial"/>
                <a:cs typeface="Arial"/>
                <a:sym typeface="Arial"/>
              </a:defRPr>
            </a:lvl2pPr>
            <a:lvl3pPr lvl="2" algn="l">
              <a:lnSpc>
                <a:spcPct val="115000"/>
              </a:lnSpc>
              <a:spcBef>
                <a:spcPts val="1600"/>
              </a:spcBef>
              <a:spcAft>
                <a:spcPts val="0"/>
              </a:spcAft>
              <a:buSzPts val="2400"/>
              <a:buFont typeface="Arial"/>
              <a:buNone/>
              <a:defRPr sz="2400">
                <a:latin typeface="Arial"/>
                <a:ea typeface="Arial"/>
                <a:cs typeface="Arial"/>
                <a:sym typeface="Arial"/>
              </a:defRPr>
            </a:lvl3pPr>
            <a:lvl4pPr lvl="3" algn="l">
              <a:lnSpc>
                <a:spcPct val="115000"/>
              </a:lnSpc>
              <a:spcBef>
                <a:spcPts val="1600"/>
              </a:spcBef>
              <a:spcAft>
                <a:spcPts val="0"/>
              </a:spcAft>
              <a:buSzPts val="2400"/>
              <a:buFont typeface="Arial"/>
              <a:buNone/>
              <a:defRPr sz="2400">
                <a:latin typeface="Arial"/>
                <a:ea typeface="Arial"/>
                <a:cs typeface="Arial"/>
                <a:sym typeface="Arial"/>
              </a:defRPr>
            </a:lvl4pPr>
            <a:lvl5pPr lvl="4" algn="l">
              <a:lnSpc>
                <a:spcPct val="115000"/>
              </a:lnSpc>
              <a:spcBef>
                <a:spcPts val="1600"/>
              </a:spcBef>
              <a:spcAft>
                <a:spcPts val="0"/>
              </a:spcAft>
              <a:buSzPts val="2400"/>
              <a:buFont typeface="Arial"/>
              <a:buNone/>
              <a:defRPr sz="2400">
                <a:latin typeface="Arial"/>
                <a:ea typeface="Arial"/>
                <a:cs typeface="Arial"/>
                <a:sym typeface="Arial"/>
              </a:defRPr>
            </a:lvl5pPr>
            <a:lvl6pPr lvl="5" algn="l">
              <a:lnSpc>
                <a:spcPct val="115000"/>
              </a:lnSpc>
              <a:spcBef>
                <a:spcPts val="1600"/>
              </a:spcBef>
              <a:spcAft>
                <a:spcPts val="0"/>
              </a:spcAft>
              <a:buSzPts val="2400"/>
              <a:buFont typeface="Arial"/>
              <a:buNone/>
              <a:defRPr sz="2400">
                <a:latin typeface="Arial"/>
                <a:ea typeface="Arial"/>
                <a:cs typeface="Arial"/>
                <a:sym typeface="Arial"/>
              </a:defRPr>
            </a:lvl6pPr>
            <a:lvl7pPr lvl="6" algn="l">
              <a:lnSpc>
                <a:spcPct val="115000"/>
              </a:lnSpc>
              <a:spcBef>
                <a:spcPts val="1600"/>
              </a:spcBef>
              <a:spcAft>
                <a:spcPts val="0"/>
              </a:spcAft>
              <a:buSzPts val="2400"/>
              <a:buFont typeface="Arial"/>
              <a:buNone/>
              <a:defRPr sz="2400">
                <a:latin typeface="Arial"/>
                <a:ea typeface="Arial"/>
                <a:cs typeface="Arial"/>
                <a:sym typeface="Arial"/>
              </a:defRPr>
            </a:lvl7pPr>
            <a:lvl8pPr lvl="7" algn="l">
              <a:lnSpc>
                <a:spcPct val="115000"/>
              </a:lnSpc>
              <a:spcBef>
                <a:spcPts val="1600"/>
              </a:spcBef>
              <a:spcAft>
                <a:spcPts val="0"/>
              </a:spcAft>
              <a:buSzPts val="2400"/>
              <a:buFont typeface="Arial"/>
              <a:buNone/>
              <a:defRPr sz="2400">
                <a:latin typeface="Arial"/>
                <a:ea typeface="Arial"/>
                <a:cs typeface="Arial"/>
                <a:sym typeface="Arial"/>
              </a:defRPr>
            </a:lvl8pPr>
            <a:lvl9pPr lvl="8" algn="l">
              <a:lnSpc>
                <a:spcPct val="115000"/>
              </a:lnSpc>
              <a:spcBef>
                <a:spcPts val="1600"/>
              </a:spcBef>
              <a:spcAft>
                <a:spcPts val="1600"/>
              </a:spcAft>
              <a:buSzPts val="2400"/>
              <a:buFont typeface="Arial"/>
              <a:buNone/>
              <a:defRPr sz="2400">
                <a:latin typeface="Arial"/>
                <a:ea typeface="Arial"/>
                <a:cs typeface="Arial"/>
                <a:sym typeface="Arial"/>
              </a:defRPr>
            </a:lvl9pPr>
          </a:lstStyle>
          <a:p/>
        </p:txBody>
      </p:sp>
      <p:sp>
        <p:nvSpPr>
          <p:cNvPr id="139" name="Google Shape;139;p32"/>
          <p:cNvSpPr txBox="1"/>
          <p:nvPr>
            <p:ph idx="3" type="body"/>
          </p:nvPr>
        </p:nvSpPr>
        <p:spPr>
          <a:xfrm>
            <a:off x="688825" y="1671075"/>
            <a:ext cx="2511900" cy="2265300"/>
          </a:xfrm>
          <a:prstGeom prst="rect">
            <a:avLst/>
          </a:prstGeom>
          <a:noFill/>
          <a:ln>
            <a:noFill/>
          </a:ln>
        </p:spPr>
        <p:txBody>
          <a:bodyPr anchorCtr="0" anchor="t"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600"/>
              </a:spcBef>
              <a:spcAft>
                <a:spcPts val="0"/>
              </a:spcAft>
              <a:buSzPts val="1400"/>
              <a:buChar char="○"/>
              <a:defRPr sz="1400"/>
            </a:lvl2pPr>
            <a:lvl3pPr indent="-317500" lvl="2" marL="1371600" algn="l">
              <a:lnSpc>
                <a:spcPct val="100000"/>
              </a:lnSpc>
              <a:spcBef>
                <a:spcPts val="1600"/>
              </a:spcBef>
              <a:spcAft>
                <a:spcPts val="0"/>
              </a:spcAft>
              <a:buSzPts val="1400"/>
              <a:buChar char="■"/>
              <a:defRPr sz="1400"/>
            </a:lvl3pPr>
            <a:lvl4pPr indent="-317500" lvl="3" marL="1828800" algn="l">
              <a:lnSpc>
                <a:spcPct val="100000"/>
              </a:lnSpc>
              <a:spcBef>
                <a:spcPts val="1600"/>
              </a:spcBef>
              <a:spcAft>
                <a:spcPts val="0"/>
              </a:spcAft>
              <a:buSzPts val="1400"/>
              <a:buChar char="●"/>
              <a:defRPr sz="1400"/>
            </a:lvl4pPr>
            <a:lvl5pPr indent="-317500" lvl="4" marL="2286000" algn="l">
              <a:lnSpc>
                <a:spcPct val="100000"/>
              </a:lnSpc>
              <a:spcBef>
                <a:spcPts val="1600"/>
              </a:spcBef>
              <a:spcAft>
                <a:spcPts val="0"/>
              </a:spcAft>
              <a:buSzPts val="1400"/>
              <a:buChar char="○"/>
              <a:defRPr sz="1400"/>
            </a:lvl5pPr>
            <a:lvl6pPr indent="-317500" lvl="5" marL="2743200" algn="l">
              <a:lnSpc>
                <a:spcPct val="100000"/>
              </a:lnSpc>
              <a:spcBef>
                <a:spcPts val="1600"/>
              </a:spcBef>
              <a:spcAft>
                <a:spcPts val="0"/>
              </a:spcAft>
              <a:buSzPts val="1400"/>
              <a:buChar char="■"/>
              <a:defRPr sz="1400"/>
            </a:lvl6pPr>
            <a:lvl7pPr indent="-317500" lvl="6" marL="3200400" algn="l">
              <a:lnSpc>
                <a:spcPct val="100000"/>
              </a:lnSpc>
              <a:spcBef>
                <a:spcPts val="1600"/>
              </a:spcBef>
              <a:spcAft>
                <a:spcPts val="0"/>
              </a:spcAft>
              <a:buSzPts val="1400"/>
              <a:buChar char="●"/>
              <a:defRPr sz="1400"/>
            </a:lvl7pPr>
            <a:lvl8pPr indent="-317500" lvl="7" marL="3657600" algn="l">
              <a:lnSpc>
                <a:spcPct val="100000"/>
              </a:lnSpc>
              <a:spcBef>
                <a:spcPts val="1600"/>
              </a:spcBef>
              <a:spcAft>
                <a:spcPts val="0"/>
              </a:spcAft>
              <a:buSzPts val="1400"/>
              <a:buChar char="○"/>
              <a:defRPr sz="1400"/>
            </a:lvl8pPr>
            <a:lvl9pPr indent="-317500" lvl="8" marL="4114800" algn="l">
              <a:lnSpc>
                <a:spcPct val="100000"/>
              </a:lnSpc>
              <a:spcBef>
                <a:spcPts val="1600"/>
              </a:spcBef>
              <a:spcAft>
                <a:spcPts val="1600"/>
              </a:spcAft>
              <a:buSzPts val="1400"/>
              <a:buChar char="■"/>
              <a:defRPr sz="1400"/>
            </a:lvl9pPr>
          </a:lstStyle>
          <a:p/>
        </p:txBody>
      </p:sp>
      <p:sp>
        <p:nvSpPr>
          <p:cNvPr id="140" name="Google Shape;140;p32"/>
          <p:cNvSpPr txBox="1"/>
          <p:nvPr>
            <p:ph idx="4" type="subTitle"/>
          </p:nvPr>
        </p:nvSpPr>
        <p:spPr>
          <a:xfrm>
            <a:off x="3526300" y="1134050"/>
            <a:ext cx="2511900" cy="41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400"/>
              <a:buFont typeface="Arial"/>
              <a:buNone/>
              <a:defRPr>
                <a:latin typeface="Arial"/>
                <a:ea typeface="Arial"/>
                <a:cs typeface="Arial"/>
                <a:sym typeface="Arial"/>
              </a:defRPr>
            </a:lvl1pPr>
            <a:lvl2pPr lvl="1" algn="l">
              <a:lnSpc>
                <a:spcPct val="115000"/>
              </a:lnSpc>
              <a:spcBef>
                <a:spcPts val="1600"/>
              </a:spcBef>
              <a:spcAft>
                <a:spcPts val="0"/>
              </a:spcAft>
              <a:buSzPts val="2400"/>
              <a:buFont typeface="Arial"/>
              <a:buNone/>
              <a:defRPr sz="2400">
                <a:latin typeface="Arial"/>
                <a:ea typeface="Arial"/>
                <a:cs typeface="Arial"/>
                <a:sym typeface="Arial"/>
              </a:defRPr>
            </a:lvl2pPr>
            <a:lvl3pPr lvl="2" algn="l">
              <a:lnSpc>
                <a:spcPct val="115000"/>
              </a:lnSpc>
              <a:spcBef>
                <a:spcPts val="1600"/>
              </a:spcBef>
              <a:spcAft>
                <a:spcPts val="0"/>
              </a:spcAft>
              <a:buSzPts val="2400"/>
              <a:buFont typeface="Arial"/>
              <a:buNone/>
              <a:defRPr sz="2400">
                <a:latin typeface="Arial"/>
                <a:ea typeface="Arial"/>
                <a:cs typeface="Arial"/>
                <a:sym typeface="Arial"/>
              </a:defRPr>
            </a:lvl3pPr>
            <a:lvl4pPr lvl="3" algn="l">
              <a:lnSpc>
                <a:spcPct val="115000"/>
              </a:lnSpc>
              <a:spcBef>
                <a:spcPts val="1600"/>
              </a:spcBef>
              <a:spcAft>
                <a:spcPts val="0"/>
              </a:spcAft>
              <a:buSzPts val="2400"/>
              <a:buFont typeface="Arial"/>
              <a:buNone/>
              <a:defRPr sz="2400">
                <a:latin typeface="Arial"/>
                <a:ea typeface="Arial"/>
                <a:cs typeface="Arial"/>
                <a:sym typeface="Arial"/>
              </a:defRPr>
            </a:lvl4pPr>
            <a:lvl5pPr lvl="4" algn="l">
              <a:lnSpc>
                <a:spcPct val="115000"/>
              </a:lnSpc>
              <a:spcBef>
                <a:spcPts val="1600"/>
              </a:spcBef>
              <a:spcAft>
                <a:spcPts val="0"/>
              </a:spcAft>
              <a:buSzPts val="2400"/>
              <a:buFont typeface="Arial"/>
              <a:buNone/>
              <a:defRPr sz="2400">
                <a:latin typeface="Arial"/>
                <a:ea typeface="Arial"/>
                <a:cs typeface="Arial"/>
                <a:sym typeface="Arial"/>
              </a:defRPr>
            </a:lvl5pPr>
            <a:lvl6pPr lvl="5" algn="l">
              <a:lnSpc>
                <a:spcPct val="115000"/>
              </a:lnSpc>
              <a:spcBef>
                <a:spcPts val="1600"/>
              </a:spcBef>
              <a:spcAft>
                <a:spcPts val="0"/>
              </a:spcAft>
              <a:buSzPts val="2400"/>
              <a:buFont typeface="Arial"/>
              <a:buNone/>
              <a:defRPr sz="2400">
                <a:latin typeface="Arial"/>
                <a:ea typeface="Arial"/>
                <a:cs typeface="Arial"/>
                <a:sym typeface="Arial"/>
              </a:defRPr>
            </a:lvl6pPr>
            <a:lvl7pPr lvl="6" algn="l">
              <a:lnSpc>
                <a:spcPct val="115000"/>
              </a:lnSpc>
              <a:spcBef>
                <a:spcPts val="1600"/>
              </a:spcBef>
              <a:spcAft>
                <a:spcPts val="0"/>
              </a:spcAft>
              <a:buSzPts val="2400"/>
              <a:buFont typeface="Arial"/>
              <a:buNone/>
              <a:defRPr sz="2400">
                <a:latin typeface="Arial"/>
                <a:ea typeface="Arial"/>
                <a:cs typeface="Arial"/>
                <a:sym typeface="Arial"/>
              </a:defRPr>
            </a:lvl7pPr>
            <a:lvl8pPr lvl="7" algn="l">
              <a:lnSpc>
                <a:spcPct val="115000"/>
              </a:lnSpc>
              <a:spcBef>
                <a:spcPts val="1600"/>
              </a:spcBef>
              <a:spcAft>
                <a:spcPts val="0"/>
              </a:spcAft>
              <a:buSzPts val="2400"/>
              <a:buFont typeface="Arial"/>
              <a:buNone/>
              <a:defRPr sz="2400">
                <a:latin typeface="Arial"/>
                <a:ea typeface="Arial"/>
                <a:cs typeface="Arial"/>
                <a:sym typeface="Arial"/>
              </a:defRPr>
            </a:lvl8pPr>
            <a:lvl9pPr lvl="8" algn="l">
              <a:lnSpc>
                <a:spcPct val="115000"/>
              </a:lnSpc>
              <a:spcBef>
                <a:spcPts val="1600"/>
              </a:spcBef>
              <a:spcAft>
                <a:spcPts val="1600"/>
              </a:spcAft>
              <a:buSzPts val="2400"/>
              <a:buFont typeface="Arial"/>
              <a:buNone/>
              <a:defRPr sz="2400">
                <a:latin typeface="Arial"/>
                <a:ea typeface="Arial"/>
                <a:cs typeface="Arial"/>
                <a:sym typeface="Arial"/>
              </a:defRPr>
            </a:lvl9pPr>
          </a:lstStyle>
          <a:p/>
        </p:txBody>
      </p:sp>
      <p:sp>
        <p:nvSpPr>
          <p:cNvPr id="141" name="Google Shape;141;p32"/>
          <p:cNvSpPr txBox="1"/>
          <p:nvPr>
            <p:ph idx="5" type="body"/>
          </p:nvPr>
        </p:nvSpPr>
        <p:spPr>
          <a:xfrm>
            <a:off x="3526300" y="1671075"/>
            <a:ext cx="2511900" cy="2265300"/>
          </a:xfrm>
          <a:prstGeom prst="rect">
            <a:avLst/>
          </a:prstGeom>
          <a:noFill/>
          <a:ln>
            <a:noFill/>
          </a:ln>
        </p:spPr>
        <p:txBody>
          <a:bodyPr anchorCtr="0" anchor="t"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600"/>
              </a:spcBef>
              <a:spcAft>
                <a:spcPts val="0"/>
              </a:spcAft>
              <a:buSzPts val="1400"/>
              <a:buChar char="○"/>
              <a:defRPr sz="1400"/>
            </a:lvl2pPr>
            <a:lvl3pPr indent="-317500" lvl="2" marL="1371600" algn="l">
              <a:lnSpc>
                <a:spcPct val="100000"/>
              </a:lnSpc>
              <a:spcBef>
                <a:spcPts val="1600"/>
              </a:spcBef>
              <a:spcAft>
                <a:spcPts val="0"/>
              </a:spcAft>
              <a:buSzPts val="1400"/>
              <a:buChar char="■"/>
              <a:defRPr sz="1400"/>
            </a:lvl3pPr>
            <a:lvl4pPr indent="-317500" lvl="3" marL="1828800" algn="l">
              <a:lnSpc>
                <a:spcPct val="100000"/>
              </a:lnSpc>
              <a:spcBef>
                <a:spcPts val="1600"/>
              </a:spcBef>
              <a:spcAft>
                <a:spcPts val="0"/>
              </a:spcAft>
              <a:buSzPts val="1400"/>
              <a:buChar char="●"/>
              <a:defRPr sz="1400"/>
            </a:lvl4pPr>
            <a:lvl5pPr indent="-317500" lvl="4" marL="2286000" algn="l">
              <a:lnSpc>
                <a:spcPct val="100000"/>
              </a:lnSpc>
              <a:spcBef>
                <a:spcPts val="1600"/>
              </a:spcBef>
              <a:spcAft>
                <a:spcPts val="0"/>
              </a:spcAft>
              <a:buSzPts val="1400"/>
              <a:buChar char="○"/>
              <a:defRPr sz="1400"/>
            </a:lvl5pPr>
            <a:lvl6pPr indent="-317500" lvl="5" marL="2743200" algn="l">
              <a:lnSpc>
                <a:spcPct val="100000"/>
              </a:lnSpc>
              <a:spcBef>
                <a:spcPts val="1600"/>
              </a:spcBef>
              <a:spcAft>
                <a:spcPts val="0"/>
              </a:spcAft>
              <a:buSzPts val="1400"/>
              <a:buChar char="■"/>
              <a:defRPr sz="1400"/>
            </a:lvl6pPr>
            <a:lvl7pPr indent="-317500" lvl="6" marL="3200400" algn="l">
              <a:lnSpc>
                <a:spcPct val="100000"/>
              </a:lnSpc>
              <a:spcBef>
                <a:spcPts val="1600"/>
              </a:spcBef>
              <a:spcAft>
                <a:spcPts val="0"/>
              </a:spcAft>
              <a:buSzPts val="1400"/>
              <a:buChar char="●"/>
              <a:defRPr sz="1400"/>
            </a:lvl7pPr>
            <a:lvl8pPr indent="-317500" lvl="7" marL="3657600" algn="l">
              <a:lnSpc>
                <a:spcPct val="100000"/>
              </a:lnSpc>
              <a:spcBef>
                <a:spcPts val="1600"/>
              </a:spcBef>
              <a:spcAft>
                <a:spcPts val="0"/>
              </a:spcAft>
              <a:buSzPts val="1400"/>
              <a:buChar char="○"/>
              <a:defRPr sz="1400"/>
            </a:lvl8pPr>
            <a:lvl9pPr indent="-317500" lvl="8" marL="4114800" algn="l">
              <a:lnSpc>
                <a:spcPct val="100000"/>
              </a:lnSpc>
              <a:spcBef>
                <a:spcPts val="1600"/>
              </a:spcBef>
              <a:spcAft>
                <a:spcPts val="1600"/>
              </a:spcAft>
              <a:buSzPts val="1400"/>
              <a:buChar char="■"/>
              <a:defRPr sz="1400"/>
            </a:lvl9pPr>
          </a:lstStyle>
          <a:p/>
        </p:txBody>
      </p:sp>
      <p:sp>
        <p:nvSpPr>
          <p:cNvPr id="142" name="Google Shape;142;p32"/>
          <p:cNvSpPr txBox="1"/>
          <p:nvPr>
            <p:ph idx="6" type="subTitle"/>
          </p:nvPr>
        </p:nvSpPr>
        <p:spPr>
          <a:xfrm>
            <a:off x="6363775" y="1134050"/>
            <a:ext cx="2511900" cy="41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400"/>
              <a:buFont typeface="Arial"/>
              <a:buNone/>
              <a:defRPr>
                <a:latin typeface="Arial"/>
                <a:ea typeface="Arial"/>
                <a:cs typeface="Arial"/>
                <a:sym typeface="Arial"/>
              </a:defRPr>
            </a:lvl1pPr>
            <a:lvl2pPr lvl="1" algn="l">
              <a:lnSpc>
                <a:spcPct val="115000"/>
              </a:lnSpc>
              <a:spcBef>
                <a:spcPts val="1600"/>
              </a:spcBef>
              <a:spcAft>
                <a:spcPts val="0"/>
              </a:spcAft>
              <a:buSzPts val="2400"/>
              <a:buFont typeface="Arial"/>
              <a:buNone/>
              <a:defRPr sz="2400">
                <a:latin typeface="Arial"/>
                <a:ea typeface="Arial"/>
                <a:cs typeface="Arial"/>
                <a:sym typeface="Arial"/>
              </a:defRPr>
            </a:lvl2pPr>
            <a:lvl3pPr lvl="2" algn="l">
              <a:lnSpc>
                <a:spcPct val="115000"/>
              </a:lnSpc>
              <a:spcBef>
                <a:spcPts val="1600"/>
              </a:spcBef>
              <a:spcAft>
                <a:spcPts val="0"/>
              </a:spcAft>
              <a:buSzPts val="2400"/>
              <a:buFont typeface="Arial"/>
              <a:buNone/>
              <a:defRPr sz="2400">
                <a:latin typeface="Arial"/>
                <a:ea typeface="Arial"/>
                <a:cs typeface="Arial"/>
                <a:sym typeface="Arial"/>
              </a:defRPr>
            </a:lvl3pPr>
            <a:lvl4pPr lvl="3" algn="l">
              <a:lnSpc>
                <a:spcPct val="115000"/>
              </a:lnSpc>
              <a:spcBef>
                <a:spcPts val="1600"/>
              </a:spcBef>
              <a:spcAft>
                <a:spcPts val="0"/>
              </a:spcAft>
              <a:buSzPts val="2400"/>
              <a:buFont typeface="Arial"/>
              <a:buNone/>
              <a:defRPr sz="2400">
                <a:latin typeface="Arial"/>
                <a:ea typeface="Arial"/>
                <a:cs typeface="Arial"/>
                <a:sym typeface="Arial"/>
              </a:defRPr>
            </a:lvl4pPr>
            <a:lvl5pPr lvl="4" algn="l">
              <a:lnSpc>
                <a:spcPct val="115000"/>
              </a:lnSpc>
              <a:spcBef>
                <a:spcPts val="1600"/>
              </a:spcBef>
              <a:spcAft>
                <a:spcPts val="0"/>
              </a:spcAft>
              <a:buSzPts val="2400"/>
              <a:buFont typeface="Arial"/>
              <a:buNone/>
              <a:defRPr sz="2400">
                <a:latin typeface="Arial"/>
                <a:ea typeface="Arial"/>
                <a:cs typeface="Arial"/>
                <a:sym typeface="Arial"/>
              </a:defRPr>
            </a:lvl5pPr>
            <a:lvl6pPr lvl="5" algn="l">
              <a:lnSpc>
                <a:spcPct val="115000"/>
              </a:lnSpc>
              <a:spcBef>
                <a:spcPts val="1600"/>
              </a:spcBef>
              <a:spcAft>
                <a:spcPts val="0"/>
              </a:spcAft>
              <a:buSzPts val="2400"/>
              <a:buFont typeface="Arial"/>
              <a:buNone/>
              <a:defRPr sz="2400">
                <a:latin typeface="Arial"/>
                <a:ea typeface="Arial"/>
                <a:cs typeface="Arial"/>
                <a:sym typeface="Arial"/>
              </a:defRPr>
            </a:lvl6pPr>
            <a:lvl7pPr lvl="6" algn="l">
              <a:lnSpc>
                <a:spcPct val="115000"/>
              </a:lnSpc>
              <a:spcBef>
                <a:spcPts val="1600"/>
              </a:spcBef>
              <a:spcAft>
                <a:spcPts val="0"/>
              </a:spcAft>
              <a:buSzPts val="2400"/>
              <a:buFont typeface="Arial"/>
              <a:buNone/>
              <a:defRPr sz="2400">
                <a:latin typeface="Arial"/>
                <a:ea typeface="Arial"/>
                <a:cs typeface="Arial"/>
                <a:sym typeface="Arial"/>
              </a:defRPr>
            </a:lvl7pPr>
            <a:lvl8pPr lvl="7" algn="l">
              <a:lnSpc>
                <a:spcPct val="115000"/>
              </a:lnSpc>
              <a:spcBef>
                <a:spcPts val="1600"/>
              </a:spcBef>
              <a:spcAft>
                <a:spcPts val="0"/>
              </a:spcAft>
              <a:buSzPts val="2400"/>
              <a:buFont typeface="Arial"/>
              <a:buNone/>
              <a:defRPr sz="2400">
                <a:latin typeface="Arial"/>
                <a:ea typeface="Arial"/>
                <a:cs typeface="Arial"/>
                <a:sym typeface="Arial"/>
              </a:defRPr>
            </a:lvl8pPr>
            <a:lvl9pPr lvl="8" algn="l">
              <a:lnSpc>
                <a:spcPct val="115000"/>
              </a:lnSpc>
              <a:spcBef>
                <a:spcPts val="1600"/>
              </a:spcBef>
              <a:spcAft>
                <a:spcPts val="1600"/>
              </a:spcAft>
              <a:buSzPts val="2400"/>
              <a:buFont typeface="Arial"/>
              <a:buNone/>
              <a:defRPr sz="2400">
                <a:latin typeface="Arial"/>
                <a:ea typeface="Arial"/>
                <a:cs typeface="Arial"/>
                <a:sym typeface="Arial"/>
              </a:defRPr>
            </a:lvl9pPr>
          </a:lstStyle>
          <a:p/>
        </p:txBody>
      </p:sp>
      <p:sp>
        <p:nvSpPr>
          <p:cNvPr id="143" name="Google Shape;143;p32"/>
          <p:cNvSpPr txBox="1"/>
          <p:nvPr>
            <p:ph idx="7" type="body"/>
          </p:nvPr>
        </p:nvSpPr>
        <p:spPr>
          <a:xfrm>
            <a:off x="6363775" y="1671075"/>
            <a:ext cx="2511900" cy="2265300"/>
          </a:xfrm>
          <a:prstGeom prst="rect">
            <a:avLst/>
          </a:prstGeom>
          <a:noFill/>
          <a:ln>
            <a:noFill/>
          </a:ln>
        </p:spPr>
        <p:txBody>
          <a:bodyPr anchorCtr="0" anchor="t"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600"/>
              </a:spcBef>
              <a:spcAft>
                <a:spcPts val="0"/>
              </a:spcAft>
              <a:buSzPts val="1400"/>
              <a:buChar char="○"/>
              <a:defRPr sz="1400"/>
            </a:lvl2pPr>
            <a:lvl3pPr indent="-317500" lvl="2" marL="1371600" algn="l">
              <a:lnSpc>
                <a:spcPct val="100000"/>
              </a:lnSpc>
              <a:spcBef>
                <a:spcPts val="1600"/>
              </a:spcBef>
              <a:spcAft>
                <a:spcPts val="0"/>
              </a:spcAft>
              <a:buSzPts val="1400"/>
              <a:buChar char="■"/>
              <a:defRPr sz="1400"/>
            </a:lvl3pPr>
            <a:lvl4pPr indent="-317500" lvl="3" marL="1828800" algn="l">
              <a:lnSpc>
                <a:spcPct val="100000"/>
              </a:lnSpc>
              <a:spcBef>
                <a:spcPts val="1600"/>
              </a:spcBef>
              <a:spcAft>
                <a:spcPts val="0"/>
              </a:spcAft>
              <a:buSzPts val="1400"/>
              <a:buChar char="●"/>
              <a:defRPr sz="1400"/>
            </a:lvl4pPr>
            <a:lvl5pPr indent="-317500" lvl="4" marL="2286000" algn="l">
              <a:lnSpc>
                <a:spcPct val="100000"/>
              </a:lnSpc>
              <a:spcBef>
                <a:spcPts val="1600"/>
              </a:spcBef>
              <a:spcAft>
                <a:spcPts val="0"/>
              </a:spcAft>
              <a:buSzPts val="1400"/>
              <a:buChar char="○"/>
              <a:defRPr sz="1400"/>
            </a:lvl5pPr>
            <a:lvl6pPr indent="-317500" lvl="5" marL="2743200" algn="l">
              <a:lnSpc>
                <a:spcPct val="100000"/>
              </a:lnSpc>
              <a:spcBef>
                <a:spcPts val="1600"/>
              </a:spcBef>
              <a:spcAft>
                <a:spcPts val="0"/>
              </a:spcAft>
              <a:buSzPts val="1400"/>
              <a:buChar char="■"/>
              <a:defRPr sz="1400"/>
            </a:lvl6pPr>
            <a:lvl7pPr indent="-317500" lvl="6" marL="3200400" algn="l">
              <a:lnSpc>
                <a:spcPct val="100000"/>
              </a:lnSpc>
              <a:spcBef>
                <a:spcPts val="1600"/>
              </a:spcBef>
              <a:spcAft>
                <a:spcPts val="0"/>
              </a:spcAft>
              <a:buSzPts val="1400"/>
              <a:buChar char="●"/>
              <a:defRPr sz="1400"/>
            </a:lvl7pPr>
            <a:lvl8pPr indent="-317500" lvl="7" marL="3657600" algn="l">
              <a:lnSpc>
                <a:spcPct val="100000"/>
              </a:lnSpc>
              <a:spcBef>
                <a:spcPts val="1600"/>
              </a:spcBef>
              <a:spcAft>
                <a:spcPts val="0"/>
              </a:spcAft>
              <a:buSzPts val="1400"/>
              <a:buChar char="○"/>
              <a:defRPr sz="1400"/>
            </a:lvl8pPr>
            <a:lvl9pPr indent="-317500" lvl="8" marL="4114800" algn="l">
              <a:lnSpc>
                <a:spcPct val="100000"/>
              </a:lnSpc>
              <a:spcBef>
                <a:spcPts val="1600"/>
              </a:spcBef>
              <a:spcAft>
                <a:spcPts val="1600"/>
              </a:spcAft>
              <a:buSzPts val="1400"/>
              <a:buChar char="■"/>
              <a:defRPr sz="1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hoto">
  <p:cSld name="MAIN_POINT_2">
    <p:spTree>
      <p:nvGrpSpPr>
        <p:cNvPr id="144" name="Shape 144"/>
        <p:cNvGrpSpPr/>
        <p:nvPr/>
      </p:nvGrpSpPr>
      <p:grpSpPr>
        <a:xfrm>
          <a:off x="0" y="0"/>
          <a:ext cx="0" cy="0"/>
          <a:chOff x="0" y="0"/>
          <a:chExt cx="0" cy="0"/>
        </a:xfrm>
      </p:grpSpPr>
      <p:sp>
        <p:nvSpPr>
          <p:cNvPr id="145" name="Google Shape;145;p33"/>
          <p:cNvSpPr txBox="1"/>
          <p:nvPr>
            <p:ph type="title"/>
          </p:nvPr>
        </p:nvSpPr>
        <p:spPr>
          <a:xfrm>
            <a:off x="4089400" y="1013175"/>
            <a:ext cx="4648500" cy="26967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SzPts val="5100"/>
              <a:buNone/>
              <a:defRPr sz="5100"/>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46" name="Google Shape;146;p33"/>
          <p:cNvSpPr/>
          <p:nvPr>
            <p:ph idx="2" type="pic"/>
          </p:nvPr>
        </p:nvSpPr>
        <p:spPr>
          <a:xfrm>
            <a:off x="-1200325" y="0"/>
            <a:ext cx="4248300" cy="5143500"/>
          </a:xfrm>
          <a:prstGeom prst="rect">
            <a:avLst/>
          </a:prstGeom>
          <a:noFill/>
          <a:ln>
            <a:noFill/>
          </a:ln>
          <a:effectLst>
            <a:outerShdw blurRad="114300" rotWithShape="0" algn="bl" dir="5400000" dist="19050">
              <a:srgbClr val="000000">
                <a:alpha val="12941"/>
              </a:srgbClr>
            </a:outerShdw>
          </a:effectLst>
        </p:spPr>
      </p:sp>
      <p:pic>
        <p:nvPicPr>
          <p:cNvPr id="147" name="Google Shape;147;p33"/>
          <p:cNvPicPr preferRelativeResize="0"/>
          <p:nvPr/>
        </p:nvPicPr>
        <p:blipFill rotWithShape="1">
          <a:blip r:embed="rId2">
            <a:alphaModFix/>
          </a:blip>
          <a:srcRect b="0" l="0" r="0" t="0"/>
          <a:stretch/>
        </p:blipFill>
        <p:spPr>
          <a:xfrm>
            <a:off x="3465100" y="1118150"/>
            <a:ext cx="357101" cy="357101"/>
          </a:xfrm>
          <a:prstGeom prst="rect">
            <a:avLst/>
          </a:prstGeom>
          <a:noFill/>
          <a:ln>
            <a:noFill/>
          </a:ln>
        </p:spPr>
      </p:pic>
      <p:sp>
        <p:nvSpPr>
          <p:cNvPr id="148" name="Google Shape;148;p3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sp>
        <p:nvSpPr>
          <p:cNvPr id="149" name="Google Shape;149;p33"/>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50" name="Google Shape;150;p33"/>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51" name="Google Shape;151;p33"/>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52" name="Google Shape;152;p33"/>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1">
  <p:cSld name="MAIN_POINT_2_2_1_1_1">
    <p:bg>
      <p:bgPr>
        <a:solidFill>
          <a:srgbClr val="000000"/>
        </a:solidFill>
      </p:bgPr>
    </p:bg>
    <p:spTree>
      <p:nvGrpSpPr>
        <p:cNvPr id="153" name="Shape 153"/>
        <p:cNvGrpSpPr/>
        <p:nvPr/>
      </p:nvGrpSpPr>
      <p:grpSpPr>
        <a:xfrm>
          <a:off x="0" y="0"/>
          <a:ext cx="0" cy="0"/>
          <a:chOff x="0" y="0"/>
          <a:chExt cx="0" cy="0"/>
        </a:xfrm>
      </p:grpSpPr>
      <p:sp>
        <p:nvSpPr>
          <p:cNvPr id="154" name="Google Shape;154;p34"/>
          <p:cNvSpPr/>
          <p:nvPr>
            <p:ph idx="2" type="pic"/>
          </p:nvPr>
        </p:nvSpPr>
        <p:spPr>
          <a:xfrm>
            <a:off x="-95250" y="-155150"/>
            <a:ext cx="9334500" cy="5467500"/>
          </a:xfrm>
          <a:prstGeom prst="rect">
            <a:avLst/>
          </a:prstGeom>
          <a:noFill/>
          <a:ln>
            <a:noFill/>
          </a:ln>
        </p:spPr>
      </p:sp>
      <p:pic>
        <p:nvPicPr>
          <p:cNvPr id="155" name="Google Shape;155;p34"/>
          <p:cNvPicPr preferRelativeResize="0"/>
          <p:nvPr/>
        </p:nvPicPr>
        <p:blipFill rotWithShape="1">
          <a:blip r:embed="rId2">
            <a:alphaModFix/>
          </a:blip>
          <a:srcRect b="0" l="0" r="0" t="0"/>
          <a:stretch/>
        </p:blipFill>
        <p:spPr>
          <a:xfrm>
            <a:off x="1523975" y="1296782"/>
            <a:ext cx="6096025" cy="254991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2">
  <p:cSld name="MAIN_POINT_2_2_1">
    <p:bg>
      <p:bgPr>
        <a:solidFill>
          <a:schemeClr val="accent1"/>
        </a:solidFill>
      </p:bgPr>
    </p:bg>
    <p:spTree>
      <p:nvGrpSpPr>
        <p:cNvPr id="156" name="Shape 156"/>
        <p:cNvGrpSpPr/>
        <p:nvPr/>
      </p:nvGrpSpPr>
      <p:grpSpPr>
        <a:xfrm>
          <a:off x="0" y="0"/>
          <a:ext cx="0" cy="0"/>
          <a:chOff x="0" y="0"/>
          <a:chExt cx="0" cy="0"/>
        </a:xfrm>
      </p:grpSpPr>
      <p:sp>
        <p:nvSpPr>
          <p:cNvPr id="157" name="Google Shape;157;p35"/>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58" name="Google Shape;158;p35"/>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Photo ">
  <p:cSld name="MAIN_POINT_2_2_2">
    <p:bg>
      <p:bgPr>
        <a:solidFill>
          <a:schemeClr val="dk1"/>
        </a:solidFill>
      </p:bgPr>
    </p:bg>
    <p:spTree>
      <p:nvGrpSpPr>
        <p:cNvPr id="159" name="Shape 159"/>
        <p:cNvGrpSpPr/>
        <p:nvPr/>
      </p:nvGrpSpPr>
      <p:grpSpPr>
        <a:xfrm>
          <a:off x="0" y="0"/>
          <a:ext cx="0" cy="0"/>
          <a:chOff x="0" y="0"/>
          <a:chExt cx="0" cy="0"/>
        </a:xfrm>
      </p:grpSpPr>
      <p:sp>
        <p:nvSpPr>
          <p:cNvPr id="160" name="Google Shape;160;p36"/>
          <p:cNvSpPr/>
          <p:nvPr>
            <p:ph idx="2" type="pic"/>
          </p:nvPr>
        </p:nvSpPr>
        <p:spPr>
          <a:xfrm>
            <a:off x="207260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
        <p:nvSpPr>
          <p:cNvPr id="161" name="Google Shape;161;p36"/>
          <p:cNvSpPr/>
          <p:nvPr>
            <p:ph idx="3" type="pic"/>
          </p:nvPr>
        </p:nvSpPr>
        <p:spPr>
          <a:xfrm>
            <a:off x="-3748850" y="-1085850"/>
            <a:ext cx="10098000" cy="7315200"/>
          </a:xfrm>
          <a:prstGeom prst="chevron">
            <a:avLst>
              <a:gd fmla="val 50000" name="adj"/>
            </a:avLst>
          </a:prstGeom>
          <a:noFill/>
          <a:ln>
            <a:noFill/>
          </a:ln>
          <a:effectLst>
            <a:outerShdw blurRad="171450" rotWithShape="0" algn="bl" dir="5400000" dist="19050">
              <a:srgbClr val="000000">
                <a:alpha val="7843"/>
              </a:srgbClr>
            </a:outerShdw>
          </a:effectLst>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SECTION_HEADER_1_1_1">
    <p:bg>
      <p:bgPr>
        <a:solidFill>
          <a:schemeClr val="lt1"/>
        </a:solidFill>
      </p:bgPr>
    </p:bg>
    <p:spTree>
      <p:nvGrpSpPr>
        <p:cNvPr id="162" name="Shape 162"/>
        <p:cNvGrpSpPr/>
        <p:nvPr/>
      </p:nvGrpSpPr>
      <p:grpSpPr>
        <a:xfrm>
          <a:off x="0" y="0"/>
          <a:ext cx="0" cy="0"/>
          <a:chOff x="0" y="0"/>
          <a:chExt cx="0" cy="0"/>
        </a:xfrm>
      </p:grpSpPr>
      <p:sp>
        <p:nvSpPr>
          <p:cNvPr id="163" name="Google Shape;163;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37"/>
          <p:cNvSpPr/>
          <p:nvPr/>
        </p:nvSpPr>
        <p:spPr>
          <a:xfrm>
            <a:off x="1650" y="0"/>
            <a:ext cx="9144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7"/>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000000"/>
              </a:buClr>
              <a:buSzPts val="6800"/>
              <a:buNone/>
              <a:defRPr sz="6800">
                <a:solidFill>
                  <a:srgbClr val="000000"/>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spTree>
      <p:nvGrpSpPr>
        <p:cNvPr id="166" name="Shape 166"/>
        <p:cNvGrpSpPr/>
        <p:nvPr/>
      </p:nvGrpSpPr>
      <p:grpSpPr>
        <a:xfrm>
          <a:off x="0" y="0"/>
          <a:ext cx="0" cy="0"/>
          <a:chOff x="0" y="0"/>
          <a:chExt cx="0" cy="0"/>
        </a:xfrm>
      </p:grpSpPr>
      <p:sp>
        <p:nvSpPr>
          <p:cNvPr id="167" name="Google Shape;167;p38"/>
          <p:cNvSpPr/>
          <p:nvPr/>
        </p:nvSpPr>
        <p:spPr>
          <a:xfrm>
            <a:off x="165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8"/>
          <p:cNvSpPr txBox="1"/>
          <p:nvPr>
            <p:ph type="title"/>
          </p:nvPr>
        </p:nvSpPr>
        <p:spPr>
          <a:xfrm>
            <a:off x="761975" y="0"/>
            <a:ext cx="76230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rgbClr val="FFFFFF"/>
              </a:buClr>
              <a:buSzPts val="6800"/>
              <a:buNone/>
              <a:defRPr sz="6800">
                <a:solidFill>
                  <a:srgbClr val="FFFFFF"/>
                </a:solidFill>
              </a:defRPr>
            </a:lvl1pPr>
            <a:lvl2pPr lvl="1" algn="l">
              <a:lnSpc>
                <a:spcPct val="100000"/>
              </a:lnSpc>
              <a:spcBef>
                <a:spcPts val="0"/>
              </a:spcBef>
              <a:spcAft>
                <a:spcPts val="0"/>
              </a:spcAft>
              <a:buSzPts val="8900"/>
              <a:buNone/>
              <a:defRPr sz="8900"/>
            </a:lvl2pPr>
            <a:lvl3pPr lvl="2" algn="l">
              <a:lnSpc>
                <a:spcPct val="100000"/>
              </a:lnSpc>
              <a:spcBef>
                <a:spcPts val="0"/>
              </a:spcBef>
              <a:spcAft>
                <a:spcPts val="0"/>
              </a:spcAft>
              <a:buSzPts val="8900"/>
              <a:buNone/>
              <a:defRPr sz="8900"/>
            </a:lvl3pPr>
            <a:lvl4pPr lvl="3" algn="l">
              <a:lnSpc>
                <a:spcPct val="100000"/>
              </a:lnSpc>
              <a:spcBef>
                <a:spcPts val="0"/>
              </a:spcBef>
              <a:spcAft>
                <a:spcPts val="0"/>
              </a:spcAft>
              <a:buSzPts val="8900"/>
              <a:buNone/>
              <a:defRPr sz="8900"/>
            </a:lvl4pPr>
            <a:lvl5pPr lvl="4" algn="l">
              <a:lnSpc>
                <a:spcPct val="100000"/>
              </a:lnSpc>
              <a:spcBef>
                <a:spcPts val="0"/>
              </a:spcBef>
              <a:spcAft>
                <a:spcPts val="0"/>
              </a:spcAft>
              <a:buSzPts val="8900"/>
              <a:buNone/>
              <a:defRPr sz="8900"/>
            </a:lvl5pPr>
            <a:lvl6pPr lvl="5" algn="l">
              <a:lnSpc>
                <a:spcPct val="100000"/>
              </a:lnSpc>
              <a:spcBef>
                <a:spcPts val="0"/>
              </a:spcBef>
              <a:spcAft>
                <a:spcPts val="0"/>
              </a:spcAft>
              <a:buSzPts val="8900"/>
              <a:buNone/>
              <a:defRPr sz="8900"/>
            </a:lvl6pPr>
            <a:lvl7pPr lvl="6" algn="l">
              <a:lnSpc>
                <a:spcPct val="100000"/>
              </a:lnSpc>
              <a:spcBef>
                <a:spcPts val="0"/>
              </a:spcBef>
              <a:spcAft>
                <a:spcPts val="0"/>
              </a:spcAft>
              <a:buSzPts val="8900"/>
              <a:buNone/>
              <a:defRPr sz="8900"/>
            </a:lvl7pPr>
            <a:lvl8pPr lvl="7" algn="l">
              <a:lnSpc>
                <a:spcPct val="100000"/>
              </a:lnSpc>
              <a:spcBef>
                <a:spcPts val="0"/>
              </a:spcBef>
              <a:spcAft>
                <a:spcPts val="0"/>
              </a:spcAft>
              <a:buSzPts val="8900"/>
              <a:buNone/>
              <a:defRPr sz="8900"/>
            </a:lvl8pPr>
            <a:lvl9pPr lvl="8" algn="l">
              <a:lnSpc>
                <a:spcPct val="100000"/>
              </a:lnSpc>
              <a:spcBef>
                <a:spcPts val="0"/>
              </a:spcBef>
              <a:spcAft>
                <a:spcPts val="0"/>
              </a:spcAft>
              <a:buSzPts val="8900"/>
              <a:buNone/>
              <a:defRPr sz="89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Boxes">
  <p:cSld name="TITLE_ONLY_1_1">
    <p:spTree>
      <p:nvGrpSpPr>
        <p:cNvPr id="169" name="Shape 169"/>
        <p:cNvGrpSpPr/>
        <p:nvPr/>
      </p:nvGrpSpPr>
      <p:grpSpPr>
        <a:xfrm>
          <a:off x="0" y="0"/>
          <a:ext cx="0" cy="0"/>
          <a:chOff x="0" y="0"/>
          <a:chExt cx="0" cy="0"/>
        </a:xfrm>
      </p:grpSpPr>
      <p:sp>
        <p:nvSpPr>
          <p:cNvPr id="170" name="Google Shape;170;p39"/>
          <p:cNvSpPr/>
          <p:nvPr/>
        </p:nvSpPr>
        <p:spPr>
          <a:xfrm>
            <a:off x="654225" y="1297000"/>
            <a:ext cx="2418300" cy="2397600"/>
          </a:xfrm>
          <a:prstGeom prst="rect">
            <a:avLst/>
          </a:prstGeom>
          <a:solidFill>
            <a:schemeClr val="lt2"/>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9"/>
          <p:cNvSpPr/>
          <p:nvPr/>
        </p:nvSpPr>
        <p:spPr>
          <a:xfrm>
            <a:off x="3362892"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9"/>
          <p:cNvSpPr/>
          <p:nvPr/>
        </p:nvSpPr>
        <p:spPr>
          <a:xfrm>
            <a:off x="6071559" y="1297000"/>
            <a:ext cx="2418300" cy="23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9"/>
          <p:cNvSpPr txBox="1"/>
          <p:nvPr>
            <p:ph idx="1" type="subTitle"/>
          </p:nvPr>
        </p:nvSpPr>
        <p:spPr>
          <a:xfrm>
            <a:off x="65425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4" name="Google Shape;174;p39"/>
          <p:cNvSpPr txBox="1"/>
          <p:nvPr>
            <p:ph idx="2" type="subTitle"/>
          </p:nvPr>
        </p:nvSpPr>
        <p:spPr>
          <a:xfrm>
            <a:off x="3362900"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5" name="Google Shape;175;p39"/>
          <p:cNvSpPr txBox="1"/>
          <p:nvPr>
            <p:ph idx="3" type="subTitle"/>
          </p:nvPr>
        </p:nvSpPr>
        <p:spPr>
          <a:xfrm>
            <a:off x="6071575" y="1297000"/>
            <a:ext cx="2418300" cy="2397600"/>
          </a:xfrm>
          <a:prstGeom prst="rect">
            <a:avLst/>
          </a:prstGeom>
          <a:noFill/>
          <a:ln>
            <a:noFill/>
          </a:ln>
        </p:spPr>
        <p:txBody>
          <a:bodyPr anchorCtr="0" anchor="ctr" bIns="45700" lIns="45700" spcFirstLastPara="1" rIns="45700" wrap="square" tIns="4570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76" name="Google Shape;176;p39"/>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SzPts val="1300"/>
              <a:buNone/>
            </a:pPr>
            <a:r>
              <a:t/>
            </a:r>
            <a:endParaRPr b="0" sz="1300"/>
          </a:p>
        </p:txBody>
      </p:sp>
      <p:pic>
        <p:nvPicPr>
          <p:cNvPr id="177" name="Google Shape;177;p39"/>
          <p:cNvPicPr preferRelativeResize="0"/>
          <p:nvPr/>
        </p:nvPicPr>
        <p:blipFill rotWithShape="1">
          <a:blip r:embed="rId2">
            <a:alphaModFix/>
          </a:blip>
          <a:srcRect b="0" l="0" r="0" t="0"/>
          <a:stretch/>
        </p:blipFill>
        <p:spPr>
          <a:xfrm>
            <a:off x="267949" y="4527949"/>
            <a:ext cx="2512000" cy="295600"/>
          </a:xfrm>
          <a:prstGeom prst="rect">
            <a:avLst/>
          </a:prstGeom>
          <a:noFill/>
          <a:ln>
            <a:noFill/>
          </a:ln>
        </p:spPr>
      </p:pic>
      <p:sp>
        <p:nvSpPr>
          <p:cNvPr id="178" name="Google Shape;178;p39"/>
          <p:cNvSpPr txBox="1"/>
          <p:nvPr>
            <p:ph idx="4" type="subTitle"/>
          </p:nvPr>
        </p:nvSpPr>
        <p:spPr>
          <a:xfrm>
            <a:off x="4089400" y="4630425"/>
            <a:ext cx="3530700" cy="1932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1600"/>
              </a:spcBef>
              <a:spcAft>
                <a:spcPts val="0"/>
              </a:spcAft>
              <a:buSzPts val="1800"/>
              <a:buNone/>
              <a:defRPr/>
            </a:lvl2pPr>
            <a:lvl3pPr lvl="2" algn="l">
              <a:lnSpc>
                <a:spcPct val="115000"/>
              </a:lnSpc>
              <a:spcBef>
                <a:spcPts val="1600"/>
              </a:spcBef>
              <a:spcAft>
                <a:spcPts val="0"/>
              </a:spcAft>
              <a:buSzPts val="1600"/>
              <a:buNone/>
              <a:defRPr/>
            </a:lvl3pPr>
            <a:lvl4pPr lvl="3" algn="l">
              <a:lnSpc>
                <a:spcPct val="115000"/>
              </a:lnSpc>
              <a:spcBef>
                <a:spcPts val="1600"/>
              </a:spcBef>
              <a:spcAft>
                <a:spcPts val="0"/>
              </a:spcAft>
              <a:buSzPts val="13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8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800"/>
              <a:buNone/>
              <a:defRPr/>
            </a:lvl8pPr>
            <a:lvl9pPr lvl="8" algn="l">
              <a:lnSpc>
                <a:spcPct val="115000"/>
              </a:lnSpc>
              <a:spcBef>
                <a:spcPts val="1600"/>
              </a:spcBef>
              <a:spcAft>
                <a:spcPts val="1600"/>
              </a:spcAft>
              <a:buSzPts val="800"/>
              <a:buNone/>
              <a:defRPr/>
            </a:lvl9pPr>
          </a:lstStyle>
          <a:p/>
        </p:txBody>
      </p:sp>
      <p:pic>
        <p:nvPicPr>
          <p:cNvPr id="179" name="Google Shape;179;p39"/>
          <p:cNvPicPr preferRelativeResize="0"/>
          <p:nvPr/>
        </p:nvPicPr>
        <p:blipFill rotWithShape="1">
          <a:blip r:embed="rId3">
            <a:alphaModFix/>
          </a:blip>
          <a:srcRect b="0" l="0" r="0" t="0"/>
          <a:stretch/>
        </p:blipFill>
        <p:spPr>
          <a:xfrm>
            <a:off x="8508125" y="4405475"/>
            <a:ext cx="414509" cy="414514"/>
          </a:xfrm>
          <a:prstGeom prst="rect">
            <a:avLst/>
          </a:prstGeom>
          <a:noFill/>
          <a:ln>
            <a:noFill/>
          </a:ln>
        </p:spPr>
      </p:pic>
      <p:pic>
        <p:nvPicPr>
          <p:cNvPr id="180" name="Google Shape;180;p39"/>
          <p:cNvPicPr preferRelativeResize="0"/>
          <p:nvPr/>
        </p:nvPicPr>
        <p:blipFill rotWithShape="1">
          <a:blip r:embed="rId4">
            <a:alphaModFix/>
          </a:blip>
          <a:srcRect b="0" l="0" r="0" t="0"/>
          <a:stretch/>
        </p:blipFill>
        <p:spPr>
          <a:xfrm>
            <a:off x="8191675" y="4514449"/>
            <a:ext cx="785021" cy="785026"/>
          </a:xfrm>
          <a:prstGeom prst="rect">
            <a:avLst/>
          </a:prstGeom>
          <a:noFill/>
          <a:ln>
            <a:noFill/>
          </a:ln>
        </p:spPr>
      </p:pic>
      <p:pic>
        <p:nvPicPr>
          <p:cNvPr id="181" name="Google Shape;181;p39"/>
          <p:cNvPicPr preferRelativeResize="0"/>
          <p:nvPr/>
        </p:nvPicPr>
        <p:blipFill rotWithShape="1">
          <a:blip r:embed="rId5">
            <a:alphaModFix/>
          </a:blip>
          <a:srcRect b="0" l="0" r="0" t="0"/>
          <a:stretch/>
        </p:blipFill>
        <p:spPr>
          <a:xfrm>
            <a:off x="8663041" y="4943591"/>
            <a:ext cx="325186" cy="325186"/>
          </a:xfrm>
          <a:prstGeom prst="rect">
            <a:avLst/>
          </a:prstGeom>
          <a:noFill/>
          <a:ln>
            <a:noFill/>
          </a:ln>
        </p:spPr>
      </p:pic>
      <p:sp>
        <p:nvSpPr>
          <p:cNvPr id="182" name="Google Shape;182;p39"/>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412">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ramatic Text and Photo 3">
  <p:cSld name="MAIN_POINT_2_2_1_1">
    <p:bg>
      <p:bgPr>
        <a:solidFill>
          <a:srgbClr val="000000"/>
        </a:solidFill>
      </p:bgPr>
    </p:bg>
    <p:spTree>
      <p:nvGrpSpPr>
        <p:cNvPr id="183" name="Shape 183"/>
        <p:cNvGrpSpPr/>
        <p:nvPr/>
      </p:nvGrpSpPr>
      <p:grpSpPr>
        <a:xfrm>
          <a:off x="0" y="0"/>
          <a:ext cx="0" cy="0"/>
          <a:chOff x="0" y="0"/>
          <a:chExt cx="0" cy="0"/>
        </a:xfrm>
      </p:grpSpPr>
      <p:sp>
        <p:nvSpPr>
          <p:cNvPr id="184" name="Google Shape;184;p40"/>
          <p:cNvSpPr txBox="1"/>
          <p:nvPr>
            <p:ph type="title"/>
          </p:nvPr>
        </p:nvSpPr>
        <p:spPr>
          <a:xfrm>
            <a:off x="397925" y="0"/>
            <a:ext cx="3344400" cy="5143500"/>
          </a:xfrm>
          <a:prstGeom prst="rect">
            <a:avLst/>
          </a:prstGeom>
          <a:noFill/>
          <a:ln>
            <a:noFill/>
          </a:ln>
        </p:spPr>
        <p:txBody>
          <a:bodyPr anchorCtr="0" anchor="ctr" bIns="0" lIns="0" spcFirstLastPara="1" rIns="0" wrap="square" tIns="0">
            <a:noAutofit/>
          </a:bodyPr>
          <a:lstStyle>
            <a:lvl1pPr lvl="0" algn="l">
              <a:lnSpc>
                <a:spcPct val="80000"/>
              </a:lnSpc>
              <a:spcBef>
                <a:spcPts val="0"/>
              </a:spcBef>
              <a:spcAft>
                <a:spcPts val="0"/>
              </a:spcAft>
              <a:buClr>
                <a:schemeClr val="lt1"/>
              </a:buClr>
              <a:buSzPts val="5100"/>
              <a:buNone/>
              <a:defRPr sz="5100">
                <a:solidFill>
                  <a:schemeClr val="lt1"/>
                </a:solidFill>
              </a:defRPr>
            </a:lvl1pPr>
            <a:lvl2pPr lvl="1" algn="l">
              <a:lnSpc>
                <a:spcPct val="100000"/>
              </a:lnSpc>
              <a:spcBef>
                <a:spcPts val="0"/>
              </a:spcBef>
              <a:spcAft>
                <a:spcPts val="0"/>
              </a:spcAft>
              <a:buClr>
                <a:srgbClr val="FF9900"/>
              </a:buClr>
              <a:buSzPts val="8900"/>
              <a:buNone/>
              <a:defRPr sz="8900">
                <a:solidFill>
                  <a:srgbClr val="FF9900"/>
                </a:solidFill>
              </a:defRPr>
            </a:lvl2pPr>
            <a:lvl3pPr lvl="2" algn="l">
              <a:lnSpc>
                <a:spcPct val="100000"/>
              </a:lnSpc>
              <a:spcBef>
                <a:spcPts val="0"/>
              </a:spcBef>
              <a:spcAft>
                <a:spcPts val="0"/>
              </a:spcAft>
              <a:buClr>
                <a:srgbClr val="FF9900"/>
              </a:buClr>
              <a:buSzPts val="8900"/>
              <a:buNone/>
              <a:defRPr sz="8900">
                <a:solidFill>
                  <a:srgbClr val="FF9900"/>
                </a:solidFill>
              </a:defRPr>
            </a:lvl3pPr>
            <a:lvl4pPr lvl="3" algn="l">
              <a:lnSpc>
                <a:spcPct val="100000"/>
              </a:lnSpc>
              <a:spcBef>
                <a:spcPts val="0"/>
              </a:spcBef>
              <a:spcAft>
                <a:spcPts val="0"/>
              </a:spcAft>
              <a:buClr>
                <a:srgbClr val="FF9900"/>
              </a:buClr>
              <a:buSzPts val="8900"/>
              <a:buNone/>
              <a:defRPr sz="8900">
                <a:solidFill>
                  <a:srgbClr val="FF9900"/>
                </a:solidFill>
              </a:defRPr>
            </a:lvl4pPr>
            <a:lvl5pPr lvl="4" algn="l">
              <a:lnSpc>
                <a:spcPct val="100000"/>
              </a:lnSpc>
              <a:spcBef>
                <a:spcPts val="0"/>
              </a:spcBef>
              <a:spcAft>
                <a:spcPts val="0"/>
              </a:spcAft>
              <a:buClr>
                <a:srgbClr val="FF9900"/>
              </a:buClr>
              <a:buSzPts val="8900"/>
              <a:buNone/>
              <a:defRPr sz="8900">
                <a:solidFill>
                  <a:srgbClr val="FF9900"/>
                </a:solidFill>
              </a:defRPr>
            </a:lvl5pPr>
            <a:lvl6pPr lvl="5" algn="l">
              <a:lnSpc>
                <a:spcPct val="100000"/>
              </a:lnSpc>
              <a:spcBef>
                <a:spcPts val="0"/>
              </a:spcBef>
              <a:spcAft>
                <a:spcPts val="0"/>
              </a:spcAft>
              <a:buClr>
                <a:srgbClr val="FF9900"/>
              </a:buClr>
              <a:buSzPts val="8900"/>
              <a:buNone/>
              <a:defRPr sz="8900">
                <a:solidFill>
                  <a:srgbClr val="FF9900"/>
                </a:solidFill>
              </a:defRPr>
            </a:lvl6pPr>
            <a:lvl7pPr lvl="6" algn="l">
              <a:lnSpc>
                <a:spcPct val="100000"/>
              </a:lnSpc>
              <a:spcBef>
                <a:spcPts val="0"/>
              </a:spcBef>
              <a:spcAft>
                <a:spcPts val="0"/>
              </a:spcAft>
              <a:buClr>
                <a:srgbClr val="FF9900"/>
              </a:buClr>
              <a:buSzPts val="8900"/>
              <a:buNone/>
              <a:defRPr sz="8900">
                <a:solidFill>
                  <a:srgbClr val="FF9900"/>
                </a:solidFill>
              </a:defRPr>
            </a:lvl7pPr>
            <a:lvl8pPr lvl="7" algn="l">
              <a:lnSpc>
                <a:spcPct val="100000"/>
              </a:lnSpc>
              <a:spcBef>
                <a:spcPts val="0"/>
              </a:spcBef>
              <a:spcAft>
                <a:spcPts val="0"/>
              </a:spcAft>
              <a:buClr>
                <a:srgbClr val="FF9900"/>
              </a:buClr>
              <a:buSzPts val="8900"/>
              <a:buNone/>
              <a:defRPr sz="8900">
                <a:solidFill>
                  <a:srgbClr val="FF9900"/>
                </a:solidFill>
              </a:defRPr>
            </a:lvl8pPr>
            <a:lvl9pPr lvl="8" algn="l">
              <a:lnSpc>
                <a:spcPct val="100000"/>
              </a:lnSpc>
              <a:spcBef>
                <a:spcPts val="0"/>
              </a:spcBef>
              <a:spcAft>
                <a:spcPts val="0"/>
              </a:spcAft>
              <a:buClr>
                <a:srgbClr val="FF9900"/>
              </a:buClr>
              <a:buSzPts val="8900"/>
              <a:buNone/>
              <a:defRPr sz="8900">
                <a:solidFill>
                  <a:srgbClr val="FF9900"/>
                </a:solidFill>
              </a:defRPr>
            </a:lvl9pPr>
          </a:lstStyle>
          <a:p/>
        </p:txBody>
      </p:sp>
      <p:sp>
        <p:nvSpPr>
          <p:cNvPr id="185" name="Google Shape;185;p40"/>
          <p:cNvSpPr/>
          <p:nvPr>
            <p:ph idx="2" type="pic"/>
          </p:nvPr>
        </p:nvSpPr>
        <p:spPr>
          <a:xfrm>
            <a:off x="2582350" y="-118525"/>
            <a:ext cx="7450800" cy="5380500"/>
          </a:xfrm>
          <a:prstGeom prst="chevron">
            <a:avLst>
              <a:gd fmla="val 50000" name="adj"/>
            </a:avLst>
          </a:prstGeom>
          <a:noFill/>
          <a:ln>
            <a:noFill/>
          </a:ln>
          <a:effectLst>
            <a:outerShdw blurRad="200025" rotWithShape="0" algn="bl" dir="5400000" dist="19050">
              <a:srgbClr val="000000">
                <a:alpha val="2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761975" y="0"/>
            <a:ext cx="7623000" cy="8595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2pPr>
            <a:lvl3pPr lvl="2"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3pPr>
            <a:lvl4pPr lvl="3"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4pPr>
            <a:lvl5pPr lvl="4"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5pPr>
            <a:lvl6pPr lvl="5"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6pPr>
            <a:lvl7pPr lvl="6"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7pPr>
            <a:lvl8pPr lvl="7"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8pPr>
            <a:lvl9pPr lvl="8" marR="0" rtl="0" algn="l">
              <a:lnSpc>
                <a:spcPct val="100000"/>
              </a:lnSpc>
              <a:spcBef>
                <a:spcPts val="0"/>
              </a:spcBef>
              <a:spcAft>
                <a:spcPts val="0"/>
              </a:spcAft>
              <a:buClr>
                <a:schemeClr val="dk1"/>
              </a:buClr>
              <a:buSzPts val="2800"/>
              <a:buFont typeface="Red Hat Display"/>
              <a:buNone/>
              <a:defRPr b="1" i="0" sz="2800" u="none" cap="none" strike="noStrike">
                <a:solidFill>
                  <a:schemeClr val="dk1"/>
                </a:solidFill>
                <a:latin typeface="Red Hat Display"/>
                <a:ea typeface="Red Hat Display"/>
                <a:cs typeface="Red Hat Display"/>
                <a:sym typeface="Red Hat Display"/>
              </a:defRPr>
            </a:lvl9pPr>
          </a:lstStyle>
          <a:p/>
        </p:txBody>
      </p:sp>
      <p:sp>
        <p:nvSpPr>
          <p:cNvPr id="7" name="Google Shape;7;p18"/>
          <p:cNvSpPr txBox="1"/>
          <p:nvPr>
            <p:ph idx="1" type="body"/>
          </p:nvPr>
        </p:nvSpPr>
        <p:spPr>
          <a:xfrm>
            <a:off x="761975" y="1719075"/>
            <a:ext cx="7623000" cy="25785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2900" lvl="1" marL="914400" marR="0" rtl="0" algn="l">
              <a:lnSpc>
                <a:spcPct val="115000"/>
              </a:lnSpc>
              <a:spcBef>
                <a:spcPts val="16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30200" lvl="2" marL="1371600" marR="0" rtl="0" algn="l">
              <a:lnSpc>
                <a:spcPct val="115000"/>
              </a:lnSpc>
              <a:spcBef>
                <a:spcPts val="160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3pPr>
            <a:lvl4pPr indent="-311150" lvl="3" marL="1828800" marR="0" rtl="0" algn="l">
              <a:lnSpc>
                <a:spcPct val="115000"/>
              </a:lnSpc>
              <a:spcBef>
                <a:spcPts val="1600"/>
              </a:spcBef>
              <a:spcAft>
                <a:spcPts val="0"/>
              </a:spcAft>
              <a:buClr>
                <a:schemeClr val="dk2"/>
              </a:buClr>
              <a:buSzPts val="1300"/>
              <a:buFont typeface="Arial"/>
              <a:buChar char="●"/>
              <a:defRPr b="0" i="0" sz="1300" u="none" cap="none" strike="noStrike">
                <a:solidFill>
                  <a:schemeClr val="dk2"/>
                </a:solidFill>
                <a:latin typeface="Arial"/>
                <a:ea typeface="Arial"/>
                <a:cs typeface="Arial"/>
                <a:sym typeface="Arial"/>
              </a:defRPr>
            </a:lvl4pPr>
            <a:lvl5pPr indent="-292100" lvl="4" marL="2286000" marR="0" rtl="0" algn="l">
              <a:lnSpc>
                <a:spcPct val="115000"/>
              </a:lnSpc>
              <a:spcBef>
                <a:spcPts val="1600"/>
              </a:spcBef>
              <a:spcAft>
                <a:spcPts val="0"/>
              </a:spcAft>
              <a:buClr>
                <a:schemeClr val="dk2"/>
              </a:buClr>
              <a:buSzPts val="1000"/>
              <a:buFont typeface="Arial"/>
              <a:buChar char="○"/>
              <a:defRPr b="0" i="0" sz="1000" u="none" cap="none" strike="noStrike">
                <a:solidFill>
                  <a:schemeClr val="dk2"/>
                </a:solidFill>
                <a:latin typeface="Arial"/>
                <a:ea typeface="Arial"/>
                <a:cs typeface="Arial"/>
                <a:sym typeface="Arial"/>
              </a:defRPr>
            </a:lvl5pPr>
            <a:lvl6pPr indent="-279400" lvl="5" marL="2743200" marR="0" rtl="0" algn="l">
              <a:lnSpc>
                <a:spcPct val="115000"/>
              </a:lnSpc>
              <a:spcBef>
                <a:spcPts val="160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6pPr>
            <a:lvl7pPr indent="-279400" lvl="6" marL="3200400" marR="0" rtl="0" algn="l">
              <a:lnSpc>
                <a:spcPct val="115000"/>
              </a:lnSpc>
              <a:spcBef>
                <a:spcPts val="160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7pPr>
            <a:lvl8pPr indent="-279400" lvl="7" marL="3657600" marR="0" rtl="0" algn="l">
              <a:lnSpc>
                <a:spcPct val="115000"/>
              </a:lnSpc>
              <a:spcBef>
                <a:spcPts val="160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8pPr>
            <a:lvl9pPr indent="-279400" lvl="8" marL="4114800" marR="0" rtl="0" algn="l">
              <a:lnSpc>
                <a:spcPct val="115000"/>
              </a:lnSpc>
              <a:spcBef>
                <a:spcPts val="1600"/>
              </a:spcBef>
              <a:spcAft>
                <a:spcPts val="1600"/>
              </a:spcAft>
              <a:buClr>
                <a:schemeClr val="dk2"/>
              </a:buClr>
              <a:buSzPts val="800"/>
              <a:buFont typeface="Arial"/>
              <a:buChar char="■"/>
              <a:defRPr b="0" i="0" sz="8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7619997" y="4297674"/>
            <a:ext cx="765000" cy="8595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mc:AlternateContent>
    <mc:Choice Requires="p14">
      <p:transition spd="slow" p14:dur="1100">
        <p:push dir="r"/>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os="960">
          <p15:clr>
            <a:srgbClr val="EA4335"/>
          </p15:clr>
        </p15:guide>
        <p15:guide id="3" pos="1920">
          <p15:clr>
            <a:srgbClr val="EA4335"/>
          </p15:clr>
        </p15:guide>
        <p15:guide id="4" pos="3840">
          <p15:clr>
            <a:srgbClr val="EA4335"/>
          </p15:clr>
        </p15:guide>
        <p15:guide id="5" pos="4800">
          <p15:clr>
            <a:srgbClr val="EA4335"/>
          </p15:clr>
        </p15:guide>
        <p15:guide id="6" orient="horz" pos="541">
          <p15:clr>
            <a:srgbClr val="EA4335"/>
          </p15:clr>
        </p15:guide>
        <p15:guide id="7" orient="horz" pos="1083">
          <p15:clr>
            <a:srgbClr val="EA4335"/>
          </p15:clr>
        </p15:guide>
        <p15:guide id="8" orient="horz" pos="1624">
          <p15:clr>
            <a:srgbClr val="EA4335"/>
          </p15:clr>
        </p15:guide>
        <p15:guide id="9" orient="horz" pos="2166">
          <p15:clr>
            <a:srgbClr val="EA4335"/>
          </p15:clr>
        </p15:guide>
        <p15:guide id="10" orient="horz" pos="2707">
          <p15:clr>
            <a:srgbClr val="EA4335"/>
          </p15:clr>
        </p15:guide>
        <p15:guide id="11" pos="480">
          <p15:clr>
            <a:srgbClr val="EA4335"/>
          </p15:clr>
        </p15:guide>
        <p15:guide id="12" pos="1440">
          <p15:clr>
            <a:srgbClr val="EA4335"/>
          </p15:clr>
        </p15:guide>
        <p15:guide id="13" pos="2408">
          <p15:clr>
            <a:srgbClr val="EA4335"/>
          </p15:clr>
        </p15:guide>
        <p15:guide id="14" pos="4320">
          <p15:clr>
            <a:srgbClr val="EA4335"/>
          </p15:clr>
        </p15:guide>
        <p15:guide id="15" pos="3358">
          <p15:clr>
            <a:srgbClr val="EA4335"/>
          </p15:clr>
        </p15:guide>
        <p15:guide id="16" pos="52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jpg"/><Relationship Id="rId4" Type="http://schemas.openxmlformats.org/officeDocument/2006/relationships/image" Target="../media/image4.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google.com/spreadsheets/d/1GpDDW1WnL4lB-ukkAXPUUBdzbUbvfl3w9JzzP3RfecM/edit?gid=207726018#gid=207726018" TargetMode="Externa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
          <p:cNvSpPr txBox="1"/>
          <p:nvPr>
            <p:ph type="ctrTitle"/>
          </p:nvPr>
        </p:nvSpPr>
        <p:spPr>
          <a:xfrm>
            <a:off x="447725" y="1038423"/>
            <a:ext cx="5682900" cy="13617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5500"/>
              <a:buNone/>
            </a:pPr>
            <a:r>
              <a:rPr lang="en" sz="5200">
                <a:solidFill>
                  <a:srgbClr val="282828"/>
                </a:solidFill>
              </a:rPr>
              <a:t>DGPO Website</a:t>
            </a:r>
            <a:endParaRPr sz="5200">
              <a:solidFill>
                <a:srgbClr val="282828"/>
              </a:solidFill>
            </a:endParaRPr>
          </a:p>
          <a:p>
            <a:pPr indent="0" lvl="0" marL="0" rtl="0" algn="l">
              <a:lnSpc>
                <a:spcPct val="80000"/>
              </a:lnSpc>
              <a:spcBef>
                <a:spcPts val="0"/>
              </a:spcBef>
              <a:spcAft>
                <a:spcPts val="0"/>
              </a:spcAft>
              <a:buSzPts val="5500"/>
              <a:buNone/>
            </a:pPr>
            <a:r>
              <a:rPr lang="en" sz="3600">
                <a:solidFill>
                  <a:srgbClr val="282828"/>
                </a:solidFill>
              </a:rPr>
              <a:t>Content Analysis &amp; Proposal</a:t>
            </a:r>
            <a:endParaRPr sz="3600">
              <a:solidFill>
                <a:srgbClr val="282828"/>
              </a:solidFill>
            </a:endParaRPr>
          </a:p>
        </p:txBody>
      </p:sp>
      <p:sp>
        <p:nvSpPr>
          <p:cNvPr id="191" name="Google Shape;191;p1"/>
          <p:cNvSpPr txBox="1"/>
          <p:nvPr>
            <p:ph idx="2" type="subTitle"/>
          </p:nvPr>
        </p:nvSpPr>
        <p:spPr>
          <a:xfrm>
            <a:off x="447725" y="2670800"/>
            <a:ext cx="5682900" cy="1361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800"/>
              <a:buNone/>
            </a:pPr>
            <a:r>
              <a:rPr lang="en" sz="2500"/>
              <a:t>UMD - College of Information</a:t>
            </a:r>
            <a:endParaRPr sz="2500"/>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rPr i="1" lang="en" sz="2200"/>
              <a:t>INFM 737 Capstone Project</a:t>
            </a:r>
            <a:endParaRPr i="1" sz="2200"/>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192" name="Google Shape;192;p1"/>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sp>
        <p:nvSpPr>
          <p:cNvPr id="198" name="Google Shape;198;p3"/>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
              <a:t>INFM 737 Capstone Project</a:t>
            </a:r>
            <a:endParaRPr/>
          </a:p>
        </p:txBody>
      </p:sp>
      <p:sp>
        <p:nvSpPr>
          <p:cNvPr id="199" name="Google Shape;199;p3"/>
          <p:cNvSpPr txBox="1"/>
          <p:nvPr>
            <p:ph type="title"/>
          </p:nvPr>
        </p:nvSpPr>
        <p:spPr>
          <a:xfrm>
            <a:off x="228600" y="146325"/>
            <a:ext cx="8686800" cy="626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600"/>
              <a:buNone/>
            </a:pPr>
            <a:r>
              <a:rPr lang="en"/>
              <a:t>Terms to Know</a:t>
            </a:r>
            <a:endParaRPr/>
          </a:p>
        </p:txBody>
      </p:sp>
      <p:sp>
        <p:nvSpPr>
          <p:cNvPr id="200" name="Google Shape;200;p3"/>
          <p:cNvSpPr txBox="1"/>
          <p:nvPr>
            <p:ph idx="1" type="body"/>
          </p:nvPr>
        </p:nvSpPr>
        <p:spPr>
          <a:xfrm>
            <a:off x="448600" y="848625"/>
            <a:ext cx="8243700" cy="3401100"/>
          </a:xfrm>
          <a:prstGeom prst="rect">
            <a:avLst/>
          </a:prstGeom>
          <a:noFill/>
          <a:ln>
            <a:noFill/>
          </a:ln>
        </p:spPr>
        <p:txBody>
          <a:bodyPr anchorCtr="0" anchor="t" bIns="0" lIns="0" spcFirstLastPara="1" rIns="0" wrap="square" tIns="0">
            <a:noAutofit/>
          </a:bodyPr>
          <a:lstStyle/>
          <a:p>
            <a:pPr indent="-330200" lvl="0" marL="457200" rtl="0" algn="l">
              <a:lnSpc>
                <a:spcPct val="100000"/>
              </a:lnSpc>
              <a:spcBef>
                <a:spcPts val="0"/>
              </a:spcBef>
              <a:spcAft>
                <a:spcPts val="0"/>
              </a:spcAft>
              <a:buSzPts val="1600"/>
              <a:buChar char="●"/>
            </a:pPr>
            <a:r>
              <a:rPr b="1" lang="en" sz="1600"/>
              <a:t>Data governance</a:t>
            </a:r>
            <a:r>
              <a:rPr lang="en" sz="1600"/>
              <a:t> is a discipline that provides clear-cut policies; procedures; standards; roles; responsibilities; and accountabilities to ensure that data is well-managed as an enterprise resource. (From the DGPO Data Governance Glossary)</a:t>
            </a:r>
            <a:endParaRPr sz="1600"/>
          </a:p>
          <a:p>
            <a:pPr indent="0" lvl="0" marL="457200" rtl="0" algn="l">
              <a:lnSpc>
                <a:spcPct val="100000"/>
              </a:lnSpc>
              <a:spcBef>
                <a:spcPts val="0"/>
              </a:spcBef>
              <a:spcAft>
                <a:spcPts val="0"/>
              </a:spcAft>
              <a:buSzPts val="2400"/>
              <a:buNone/>
            </a:pPr>
            <a:r>
              <a:t/>
            </a:r>
            <a:endParaRPr sz="1600"/>
          </a:p>
          <a:p>
            <a:pPr indent="-330200" lvl="0" marL="457200" rtl="0" algn="l">
              <a:lnSpc>
                <a:spcPct val="100000"/>
              </a:lnSpc>
              <a:spcBef>
                <a:spcPts val="0"/>
              </a:spcBef>
              <a:spcAft>
                <a:spcPts val="0"/>
              </a:spcAft>
              <a:buSzPts val="1600"/>
              <a:buChar char="●"/>
            </a:pPr>
            <a:r>
              <a:rPr b="1" lang="en" sz="1600"/>
              <a:t>Unigram</a:t>
            </a:r>
            <a:r>
              <a:rPr lang="en" sz="1600"/>
              <a:t> is a single word used in text analysis to evaluate frequency and relevance within a document or corpus. </a:t>
            </a:r>
            <a:r>
              <a:rPr b="1" lang="en" sz="1600"/>
              <a:t>Bigram</a:t>
            </a:r>
            <a:r>
              <a:rPr lang="en" sz="1600"/>
              <a:t> is a pair of consecutive words used in text analysis to identify common phrases or patterns.</a:t>
            </a:r>
            <a:endParaRPr sz="1600"/>
          </a:p>
          <a:p>
            <a:pPr indent="0" lvl="0" marL="457200" rtl="0" algn="l">
              <a:lnSpc>
                <a:spcPct val="100000"/>
              </a:lnSpc>
              <a:spcBef>
                <a:spcPts val="0"/>
              </a:spcBef>
              <a:spcAft>
                <a:spcPts val="0"/>
              </a:spcAft>
              <a:buSzPts val="2400"/>
              <a:buNone/>
            </a:pPr>
            <a:r>
              <a:t/>
            </a:r>
            <a:endParaRPr sz="1600"/>
          </a:p>
          <a:p>
            <a:pPr indent="-330200" lvl="0" marL="457200" rtl="0" algn="l">
              <a:lnSpc>
                <a:spcPct val="100000"/>
              </a:lnSpc>
              <a:spcBef>
                <a:spcPts val="0"/>
              </a:spcBef>
              <a:spcAft>
                <a:spcPts val="0"/>
              </a:spcAft>
              <a:buSzPts val="1600"/>
              <a:buChar char="●"/>
            </a:pPr>
            <a:r>
              <a:rPr b="1" lang="en" sz="1600"/>
              <a:t>Stop Words </a:t>
            </a:r>
            <a:r>
              <a:rPr lang="en" sz="1600"/>
              <a:t>are commonly used words (e.g., “the”, “and”, “in”) that are filtered out during text analysis as they provide little meaningful context.</a:t>
            </a:r>
            <a:endParaRPr sz="1600"/>
          </a:p>
          <a:p>
            <a:pPr indent="0" lvl="0" marL="0" rtl="0" algn="l">
              <a:lnSpc>
                <a:spcPct val="100000"/>
              </a:lnSpc>
              <a:spcBef>
                <a:spcPts val="0"/>
              </a:spcBef>
              <a:spcAft>
                <a:spcPts val="0"/>
              </a:spcAft>
              <a:buSzPts val="2400"/>
              <a:buNone/>
            </a:pPr>
            <a:r>
              <a:t/>
            </a:r>
            <a:endParaRPr sz="1600"/>
          </a:p>
          <a:p>
            <a:pPr indent="-330200" lvl="0" marL="457200" rtl="0" algn="l">
              <a:lnSpc>
                <a:spcPct val="100000"/>
              </a:lnSpc>
              <a:spcBef>
                <a:spcPts val="0"/>
              </a:spcBef>
              <a:spcAft>
                <a:spcPts val="0"/>
              </a:spcAft>
              <a:buSzPts val="1600"/>
              <a:buChar char="●"/>
            </a:pPr>
            <a:r>
              <a:rPr b="1" lang="en" sz="1600"/>
              <a:t>Word Cloud </a:t>
            </a:r>
            <a:r>
              <a:rPr lang="en" sz="1600"/>
              <a:t>is a visual representation of word frequency in a dataset, where word size corresponds to its frequency of occurrence.</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sp>
        <p:nvSpPr>
          <p:cNvPr id="206" name="Google Shape;206;p4"/>
          <p:cNvSpPr txBox="1"/>
          <p:nvPr>
            <p:ph idx="2"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
              <a:t>INFM 737 Capstone Project</a:t>
            </a:r>
            <a:endParaRPr/>
          </a:p>
        </p:txBody>
      </p:sp>
      <p:sp>
        <p:nvSpPr>
          <p:cNvPr id="207" name="Google Shape;207;p4"/>
          <p:cNvSpPr txBox="1"/>
          <p:nvPr>
            <p:ph idx="1" type="body"/>
          </p:nvPr>
        </p:nvSpPr>
        <p:spPr>
          <a:xfrm>
            <a:off x="460325" y="858850"/>
            <a:ext cx="8220300" cy="35025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SzPts val="1600"/>
              <a:buChar char="●"/>
            </a:pPr>
            <a:r>
              <a:rPr b="1" lang="en" sz="1600"/>
              <a:t>Taxonomy </a:t>
            </a:r>
            <a:r>
              <a:rPr lang="en" sz="1600"/>
              <a:t>is a structured classification system that organizes content or concepts into categories and subcategories for easier navigation and understanding.</a:t>
            </a:r>
            <a:endParaRPr sz="1600"/>
          </a:p>
          <a:p>
            <a:pPr indent="0" lvl="0" marL="457200" rtl="0" algn="l">
              <a:lnSpc>
                <a:spcPct val="115000"/>
              </a:lnSpc>
              <a:spcBef>
                <a:spcPts val="0"/>
              </a:spcBef>
              <a:spcAft>
                <a:spcPts val="0"/>
              </a:spcAft>
              <a:buSzPts val="2400"/>
              <a:buNone/>
            </a:pPr>
            <a:r>
              <a:t/>
            </a:r>
            <a:endParaRPr b="1" sz="1600"/>
          </a:p>
          <a:p>
            <a:pPr indent="-330200" lvl="0" marL="457200" rtl="0" algn="l">
              <a:lnSpc>
                <a:spcPct val="115000"/>
              </a:lnSpc>
              <a:spcBef>
                <a:spcPts val="0"/>
              </a:spcBef>
              <a:spcAft>
                <a:spcPts val="0"/>
              </a:spcAft>
              <a:buSzPts val="1600"/>
              <a:buChar char="●"/>
            </a:pPr>
            <a:r>
              <a:rPr b="1" lang="en" sz="1600"/>
              <a:t>Content Gap Analysis </a:t>
            </a:r>
            <a:r>
              <a:rPr lang="en" sz="1600"/>
              <a:t>is the process of identifying missing, outdated, or underrepresented information within a dataset or website to enhance its completeness and relevance.</a:t>
            </a:r>
            <a:endParaRPr sz="1600"/>
          </a:p>
          <a:p>
            <a:pPr indent="0" lvl="0" marL="457200" rtl="0" algn="l">
              <a:lnSpc>
                <a:spcPct val="115000"/>
              </a:lnSpc>
              <a:spcBef>
                <a:spcPts val="0"/>
              </a:spcBef>
              <a:spcAft>
                <a:spcPts val="0"/>
              </a:spcAft>
              <a:buSzPts val="2400"/>
              <a:buNone/>
            </a:pPr>
            <a:r>
              <a:t/>
            </a:r>
            <a:endParaRPr sz="1600"/>
          </a:p>
          <a:p>
            <a:pPr indent="-330200" lvl="0" marL="457200" rtl="0" algn="l">
              <a:lnSpc>
                <a:spcPct val="115000"/>
              </a:lnSpc>
              <a:spcBef>
                <a:spcPts val="0"/>
              </a:spcBef>
              <a:spcAft>
                <a:spcPts val="0"/>
              </a:spcAft>
              <a:buSzPts val="1600"/>
              <a:buChar char="●"/>
            </a:pPr>
            <a:r>
              <a:rPr b="1" lang="en" sz="1600"/>
              <a:t>Metadata </a:t>
            </a:r>
            <a:r>
              <a:rPr lang="en" sz="1600"/>
              <a:t>is data that provides descriptive information about other data, such as file name, author, creation date, or content keywords, to enhance searchability and organization.</a:t>
            </a:r>
            <a:endParaRPr sz="1600"/>
          </a:p>
          <a:p>
            <a:pPr indent="0" lvl="0" marL="457200" rtl="0" algn="l">
              <a:lnSpc>
                <a:spcPct val="115000"/>
              </a:lnSpc>
              <a:spcBef>
                <a:spcPts val="0"/>
              </a:spcBef>
              <a:spcAft>
                <a:spcPts val="0"/>
              </a:spcAft>
              <a:buSzPts val="2400"/>
              <a:buNone/>
            </a:pPr>
            <a:r>
              <a:t/>
            </a:r>
            <a:endParaRPr sz="1600"/>
          </a:p>
          <a:p>
            <a:pPr indent="-330200" lvl="0" marL="457200" rtl="0" algn="l">
              <a:lnSpc>
                <a:spcPct val="115000"/>
              </a:lnSpc>
              <a:spcBef>
                <a:spcPts val="0"/>
              </a:spcBef>
              <a:spcAft>
                <a:spcPts val="0"/>
              </a:spcAft>
              <a:buSzPts val="1600"/>
              <a:buChar char="●"/>
            </a:pPr>
            <a:r>
              <a:rPr b="1" lang="en" sz="1600"/>
              <a:t>Usability </a:t>
            </a:r>
            <a:r>
              <a:rPr lang="en" sz="1600"/>
              <a:t>is the ease with which users can navigate and interact with a website or system to achieve their objective efficiently.</a:t>
            </a:r>
            <a:endParaRPr sz="1600"/>
          </a:p>
        </p:txBody>
      </p:sp>
      <p:sp>
        <p:nvSpPr>
          <p:cNvPr id="208" name="Google Shape;208;p4"/>
          <p:cNvSpPr txBox="1"/>
          <p:nvPr>
            <p:ph type="title"/>
          </p:nvPr>
        </p:nvSpPr>
        <p:spPr>
          <a:xfrm>
            <a:off x="228600" y="146325"/>
            <a:ext cx="8686800" cy="626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600"/>
              <a:buNone/>
            </a:pPr>
            <a:r>
              <a:rPr lang="en"/>
              <a:t>Terms to Know (</a:t>
            </a:r>
            <a:r>
              <a:rPr i="1" lang="en"/>
              <a:t>Cont.</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txBox="1"/>
          <p:nvPr>
            <p:ph idx="4294967295" type="title"/>
          </p:nvPr>
        </p:nvSpPr>
        <p:spPr>
          <a:xfrm>
            <a:off x="4296250" y="423275"/>
            <a:ext cx="4648500" cy="4956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5100"/>
              <a:buNone/>
            </a:pPr>
            <a:r>
              <a:rPr lang="en" sz="3600"/>
              <a:t>Background</a:t>
            </a:r>
            <a:endParaRPr sz="3600"/>
          </a:p>
        </p:txBody>
      </p:sp>
      <p:sp>
        <p:nvSpPr>
          <p:cNvPr id="214" name="Google Shape;214;p5"/>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pic>
        <p:nvPicPr>
          <p:cNvPr id="215" name="Google Shape;215;p5"/>
          <p:cNvPicPr preferRelativeResize="0"/>
          <p:nvPr/>
        </p:nvPicPr>
        <p:blipFill rotWithShape="1">
          <a:blip r:embed="rId3">
            <a:alphaModFix/>
          </a:blip>
          <a:srcRect b="0" l="38858" r="12177" t="0"/>
          <a:stretch/>
        </p:blipFill>
        <p:spPr>
          <a:xfrm>
            <a:off x="0" y="6350"/>
            <a:ext cx="3349151" cy="5143501"/>
          </a:xfrm>
          <a:prstGeom prst="rect">
            <a:avLst/>
          </a:prstGeom>
          <a:noFill/>
          <a:ln>
            <a:noFill/>
          </a:ln>
          <a:effectLst>
            <a:outerShdw blurRad="114300" rotWithShape="0" algn="bl" dir="5400000" dist="19050">
              <a:srgbClr val="000000">
                <a:alpha val="12941"/>
              </a:srgbClr>
            </a:outerShdw>
          </a:effectLst>
        </p:spPr>
      </p:pic>
      <p:pic>
        <p:nvPicPr>
          <p:cNvPr id="216" name="Google Shape;216;p5"/>
          <p:cNvPicPr preferRelativeResize="0"/>
          <p:nvPr/>
        </p:nvPicPr>
        <p:blipFill rotWithShape="1">
          <a:blip r:embed="rId4">
            <a:alphaModFix/>
          </a:blip>
          <a:srcRect b="0" l="0" r="0" t="0"/>
          <a:stretch/>
        </p:blipFill>
        <p:spPr>
          <a:xfrm>
            <a:off x="3499413" y="347789"/>
            <a:ext cx="646574" cy="646574"/>
          </a:xfrm>
          <a:prstGeom prst="rect">
            <a:avLst/>
          </a:prstGeom>
          <a:noFill/>
          <a:ln>
            <a:noFill/>
          </a:ln>
        </p:spPr>
      </p:pic>
      <p:sp>
        <p:nvSpPr>
          <p:cNvPr id="217" name="Google Shape;217;p5"/>
          <p:cNvSpPr txBox="1"/>
          <p:nvPr/>
        </p:nvSpPr>
        <p:spPr>
          <a:xfrm>
            <a:off x="4596000" y="4544600"/>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INFM 737 Capstone Project</a:t>
            </a:r>
            <a:endParaRPr b="0" i="0" sz="1200" u="none" cap="none" strike="noStrike">
              <a:solidFill>
                <a:srgbClr val="000000"/>
              </a:solidFill>
              <a:latin typeface="Arial"/>
              <a:ea typeface="Arial"/>
              <a:cs typeface="Arial"/>
              <a:sym typeface="Arial"/>
            </a:endParaRPr>
          </a:p>
        </p:txBody>
      </p:sp>
      <p:pic>
        <p:nvPicPr>
          <p:cNvPr id="218" name="Google Shape;218;p5"/>
          <p:cNvPicPr preferRelativeResize="0"/>
          <p:nvPr/>
        </p:nvPicPr>
        <p:blipFill rotWithShape="1">
          <a:blip r:embed="rId5">
            <a:alphaModFix/>
          </a:blip>
          <a:srcRect b="0" l="0" r="0" t="0"/>
          <a:stretch/>
        </p:blipFill>
        <p:spPr>
          <a:xfrm>
            <a:off x="5244111" y="1156425"/>
            <a:ext cx="3532113" cy="3063112"/>
          </a:xfrm>
          <a:prstGeom prst="rect">
            <a:avLst/>
          </a:prstGeom>
          <a:noFill/>
          <a:ln>
            <a:noFill/>
          </a:ln>
        </p:spPr>
      </p:pic>
      <p:sp>
        <p:nvSpPr>
          <p:cNvPr id="219" name="Google Shape;219;p5"/>
          <p:cNvSpPr txBox="1"/>
          <p:nvPr/>
        </p:nvSpPr>
        <p:spPr>
          <a:xfrm>
            <a:off x="3581100" y="1156425"/>
            <a:ext cx="1981800" cy="230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Arial"/>
                <a:ea typeface="Arial"/>
                <a:cs typeface="Arial"/>
                <a:sym typeface="Arial"/>
              </a:rPr>
              <a:t>$75 Annually</a:t>
            </a:r>
            <a:endParaRPr b="1"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Arial"/>
                <a:ea typeface="Arial"/>
                <a:cs typeface="Arial"/>
                <a:sym typeface="Arial"/>
              </a:rPr>
              <a:t>Value to</a:t>
            </a:r>
            <a:endParaRPr b="1"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Arial"/>
                <a:ea typeface="Arial"/>
                <a:cs typeface="Arial"/>
                <a:sym typeface="Arial"/>
              </a:rPr>
              <a:t>Members</a:t>
            </a:r>
            <a:endParaRPr b="1"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00000"/>
                </a:solidFill>
                <a:latin typeface="Arial"/>
                <a:ea typeface="Arial"/>
                <a:cs typeface="Arial"/>
                <a:sym typeface="Arial"/>
              </a:rPr>
              <a:t>Membership</a:t>
            </a:r>
            <a:endParaRPr b="1" i="0" sz="2300" u="none" cap="none" strike="noStrike">
              <a:solidFill>
                <a:srgbClr val="000000"/>
              </a:solidFill>
              <a:latin typeface="Arial"/>
              <a:ea typeface="Arial"/>
              <a:cs typeface="Arial"/>
              <a:sym typeface="Arial"/>
            </a:endParaRPr>
          </a:p>
        </p:txBody>
      </p:sp>
      <p:cxnSp>
        <p:nvCxnSpPr>
          <p:cNvPr id="220" name="Google Shape;220;p5"/>
          <p:cNvCxnSpPr/>
          <p:nvPr/>
        </p:nvCxnSpPr>
        <p:spPr>
          <a:xfrm rot="10800000">
            <a:off x="3581175" y="2915825"/>
            <a:ext cx="3000" cy="40560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6"/>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pic>
        <p:nvPicPr>
          <p:cNvPr id="226" name="Google Shape;226;p6"/>
          <p:cNvPicPr preferRelativeResize="0"/>
          <p:nvPr/>
        </p:nvPicPr>
        <p:blipFill rotWithShape="1">
          <a:blip r:embed="rId3">
            <a:alphaModFix/>
          </a:blip>
          <a:srcRect b="0" l="0" r="0" t="0"/>
          <a:stretch/>
        </p:blipFill>
        <p:spPr>
          <a:xfrm>
            <a:off x="438713" y="3745151"/>
            <a:ext cx="646574" cy="646574"/>
          </a:xfrm>
          <a:prstGeom prst="rect">
            <a:avLst/>
          </a:prstGeom>
          <a:noFill/>
          <a:ln>
            <a:noFill/>
          </a:ln>
        </p:spPr>
      </p:pic>
      <p:pic>
        <p:nvPicPr>
          <p:cNvPr id="227" name="Google Shape;227;p6"/>
          <p:cNvPicPr preferRelativeResize="0"/>
          <p:nvPr/>
        </p:nvPicPr>
        <p:blipFill rotWithShape="1">
          <a:blip r:embed="rId3">
            <a:alphaModFix/>
          </a:blip>
          <a:srcRect b="0" l="0" r="0" t="0"/>
          <a:stretch/>
        </p:blipFill>
        <p:spPr>
          <a:xfrm>
            <a:off x="438713" y="2477063"/>
            <a:ext cx="646574" cy="646574"/>
          </a:xfrm>
          <a:prstGeom prst="rect">
            <a:avLst/>
          </a:prstGeom>
          <a:noFill/>
          <a:ln>
            <a:noFill/>
          </a:ln>
        </p:spPr>
      </p:pic>
      <p:pic>
        <p:nvPicPr>
          <p:cNvPr id="228" name="Google Shape;228;p6"/>
          <p:cNvPicPr preferRelativeResize="0"/>
          <p:nvPr/>
        </p:nvPicPr>
        <p:blipFill rotWithShape="1">
          <a:blip r:embed="rId3">
            <a:alphaModFix/>
          </a:blip>
          <a:srcRect b="0" l="0" r="0" t="0"/>
          <a:stretch/>
        </p:blipFill>
        <p:spPr>
          <a:xfrm>
            <a:off x="438713" y="1208976"/>
            <a:ext cx="646574" cy="646574"/>
          </a:xfrm>
          <a:prstGeom prst="rect">
            <a:avLst/>
          </a:prstGeom>
          <a:noFill/>
          <a:ln>
            <a:noFill/>
          </a:ln>
        </p:spPr>
      </p:pic>
      <p:sp>
        <p:nvSpPr>
          <p:cNvPr id="229" name="Google Shape;229;p6"/>
          <p:cNvSpPr txBox="1"/>
          <p:nvPr>
            <p:ph idx="4294967295" type="ctrTitle"/>
          </p:nvPr>
        </p:nvSpPr>
        <p:spPr>
          <a:xfrm>
            <a:off x="465600" y="338950"/>
            <a:ext cx="8212800" cy="5199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700"/>
              <a:buFont typeface="Arial"/>
              <a:buNone/>
            </a:pPr>
            <a:r>
              <a:rPr b="1" i="0" lang="en" sz="3400" u="none" cap="none" strike="noStrike">
                <a:solidFill>
                  <a:schemeClr val="dk1"/>
                </a:solidFill>
                <a:latin typeface="Arial"/>
                <a:ea typeface="Arial"/>
                <a:cs typeface="Arial"/>
                <a:sym typeface="Arial"/>
              </a:rPr>
              <a:t>Project Goals</a:t>
            </a:r>
            <a:endParaRPr b="1" i="0" sz="3400" u="none" cap="none" strike="noStrike">
              <a:solidFill>
                <a:schemeClr val="dk1"/>
              </a:solidFill>
              <a:latin typeface="Arial"/>
              <a:ea typeface="Arial"/>
              <a:cs typeface="Arial"/>
              <a:sym typeface="Arial"/>
            </a:endParaRPr>
          </a:p>
        </p:txBody>
      </p:sp>
      <p:sp>
        <p:nvSpPr>
          <p:cNvPr id="230" name="Google Shape;230;p6"/>
          <p:cNvSpPr txBox="1"/>
          <p:nvPr/>
        </p:nvSpPr>
        <p:spPr>
          <a:xfrm>
            <a:off x="1237200" y="1254000"/>
            <a:ext cx="7906800" cy="32451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Clr>
                <a:srgbClr val="000000"/>
              </a:buClr>
              <a:buSzPts val="1900"/>
              <a:buFont typeface="Arial"/>
              <a:buNone/>
            </a:pPr>
            <a:r>
              <a:rPr b="1" i="0" lang="en" sz="1900" u="none" cap="none" strike="noStrike">
                <a:solidFill>
                  <a:schemeClr val="dk1"/>
                </a:solidFill>
                <a:latin typeface="Arial"/>
                <a:ea typeface="Arial"/>
                <a:cs typeface="Arial"/>
                <a:sym typeface="Arial"/>
              </a:rPr>
              <a:t>Analyze the current “members only” website content on dgpo.org</a:t>
            </a:r>
            <a:endParaRPr b="1" i="0" sz="19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800"/>
              <a:buFont typeface="Arial"/>
              <a:buNone/>
            </a:pPr>
            <a:r>
              <a:rPr b="0" i="1" lang="en" sz="1800" u="none" cap="none" strike="noStrike">
                <a:solidFill>
                  <a:schemeClr val="dk1"/>
                </a:solidFill>
                <a:latin typeface="Arial"/>
                <a:ea typeface="Arial"/>
                <a:cs typeface="Arial"/>
                <a:sym typeface="Arial"/>
              </a:rPr>
              <a:t>What is the existing content structure, depth, and relevance?</a:t>
            </a:r>
            <a:endParaRPr b="0" i="1" sz="18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900"/>
              <a:buFont typeface="Arial"/>
              <a:buNone/>
            </a:pPr>
            <a:r>
              <a:rPr b="1" i="0" lang="en" sz="1900" u="none" cap="none" strike="noStrike">
                <a:solidFill>
                  <a:schemeClr val="dk1"/>
                </a:solidFill>
                <a:latin typeface="Arial"/>
                <a:ea typeface="Arial"/>
                <a:cs typeface="Arial"/>
                <a:sym typeface="Arial"/>
              </a:rPr>
              <a:t>Determine gaps in the existing site’s content </a:t>
            </a:r>
            <a:endParaRPr b="1" i="0" sz="19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800"/>
              <a:buFont typeface="Arial"/>
              <a:buNone/>
            </a:pPr>
            <a:r>
              <a:rPr b="0" i="1" lang="en" sz="1800" u="none" cap="none" strike="noStrike">
                <a:solidFill>
                  <a:schemeClr val="dk1"/>
                </a:solidFill>
                <a:latin typeface="Arial"/>
                <a:ea typeface="Arial"/>
                <a:cs typeface="Arial"/>
                <a:sym typeface="Arial"/>
              </a:rPr>
              <a:t>What are current resources in the data governance market?</a:t>
            </a:r>
            <a:endParaRPr b="0" i="1" sz="18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900"/>
              <a:buFont typeface="Arial"/>
              <a:buNone/>
            </a:pPr>
            <a:r>
              <a:rPr b="1" i="0" lang="en" sz="1900" u="none" cap="none" strike="noStrike">
                <a:solidFill>
                  <a:schemeClr val="dk1"/>
                </a:solidFill>
                <a:latin typeface="Arial"/>
                <a:ea typeface="Arial"/>
                <a:cs typeface="Arial"/>
                <a:sym typeface="Arial"/>
              </a:rPr>
              <a:t>Expand content taxonomies </a:t>
            </a:r>
            <a:endParaRPr b="1" i="0" sz="19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800"/>
              <a:buFont typeface="Arial"/>
              <a:buNone/>
            </a:pPr>
            <a:r>
              <a:rPr b="0" i="1" lang="en" sz="1800" u="none" cap="none" strike="noStrike">
                <a:solidFill>
                  <a:schemeClr val="dk1"/>
                </a:solidFill>
                <a:latin typeface="Arial"/>
                <a:ea typeface="Arial"/>
                <a:cs typeface="Arial"/>
                <a:sym typeface="Arial"/>
              </a:rPr>
              <a:t>How can DGPO represent modern data governance standards?</a:t>
            </a:r>
            <a:endParaRPr b="0" i="1" sz="30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7"/>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pic>
        <p:nvPicPr>
          <p:cNvPr id="236" name="Google Shape;236;p7"/>
          <p:cNvPicPr preferRelativeResize="0"/>
          <p:nvPr/>
        </p:nvPicPr>
        <p:blipFill rotWithShape="1">
          <a:blip r:embed="rId3">
            <a:alphaModFix/>
          </a:blip>
          <a:srcRect b="0" l="0" r="0" t="0"/>
          <a:stretch/>
        </p:blipFill>
        <p:spPr>
          <a:xfrm>
            <a:off x="438713" y="3745151"/>
            <a:ext cx="646574" cy="646574"/>
          </a:xfrm>
          <a:prstGeom prst="rect">
            <a:avLst/>
          </a:prstGeom>
          <a:noFill/>
          <a:ln>
            <a:noFill/>
          </a:ln>
        </p:spPr>
      </p:pic>
      <p:pic>
        <p:nvPicPr>
          <p:cNvPr id="237" name="Google Shape;237;p7"/>
          <p:cNvPicPr preferRelativeResize="0"/>
          <p:nvPr/>
        </p:nvPicPr>
        <p:blipFill rotWithShape="1">
          <a:blip r:embed="rId3">
            <a:alphaModFix/>
          </a:blip>
          <a:srcRect b="0" l="0" r="0" t="0"/>
          <a:stretch/>
        </p:blipFill>
        <p:spPr>
          <a:xfrm>
            <a:off x="438713" y="2477063"/>
            <a:ext cx="646574" cy="646574"/>
          </a:xfrm>
          <a:prstGeom prst="rect">
            <a:avLst/>
          </a:prstGeom>
          <a:noFill/>
          <a:ln>
            <a:noFill/>
          </a:ln>
        </p:spPr>
      </p:pic>
      <p:pic>
        <p:nvPicPr>
          <p:cNvPr id="238" name="Google Shape;238;p7"/>
          <p:cNvPicPr preferRelativeResize="0"/>
          <p:nvPr/>
        </p:nvPicPr>
        <p:blipFill rotWithShape="1">
          <a:blip r:embed="rId3">
            <a:alphaModFix/>
          </a:blip>
          <a:srcRect b="0" l="0" r="0" t="0"/>
          <a:stretch/>
        </p:blipFill>
        <p:spPr>
          <a:xfrm>
            <a:off x="438713" y="1208976"/>
            <a:ext cx="646574" cy="646574"/>
          </a:xfrm>
          <a:prstGeom prst="rect">
            <a:avLst/>
          </a:prstGeom>
          <a:noFill/>
          <a:ln>
            <a:noFill/>
          </a:ln>
        </p:spPr>
      </p:pic>
      <p:sp>
        <p:nvSpPr>
          <p:cNvPr id="239" name="Google Shape;239;p7"/>
          <p:cNvSpPr txBox="1"/>
          <p:nvPr>
            <p:ph idx="4294967295" type="ctrTitle"/>
          </p:nvPr>
        </p:nvSpPr>
        <p:spPr>
          <a:xfrm>
            <a:off x="465600" y="338950"/>
            <a:ext cx="8212800" cy="5199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700"/>
              <a:buFont typeface="Arial"/>
              <a:buNone/>
            </a:pPr>
            <a:r>
              <a:rPr b="1" i="0" lang="en" sz="3400" u="none" cap="none" strike="noStrike">
                <a:solidFill>
                  <a:schemeClr val="dk1"/>
                </a:solidFill>
                <a:latin typeface="Arial"/>
                <a:ea typeface="Arial"/>
                <a:cs typeface="Arial"/>
                <a:sym typeface="Arial"/>
              </a:rPr>
              <a:t>Here’s The Process</a:t>
            </a:r>
            <a:endParaRPr b="1" i="0" sz="3400" u="none" cap="none" strike="noStrike">
              <a:solidFill>
                <a:schemeClr val="dk1"/>
              </a:solidFill>
              <a:latin typeface="Arial"/>
              <a:ea typeface="Arial"/>
              <a:cs typeface="Arial"/>
              <a:sym typeface="Arial"/>
            </a:endParaRPr>
          </a:p>
        </p:txBody>
      </p:sp>
      <p:sp>
        <p:nvSpPr>
          <p:cNvPr id="240" name="Google Shape;240;p7"/>
          <p:cNvSpPr txBox="1"/>
          <p:nvPr/>
        </p:nvSpPr>
        <p:spPr>
          <a:xfrm>
            <a:off x="1237200" y="1254000"/>
            <a:ext cx="7906800" cy="32451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Clr>
                <a:srgbClr val="000000"/>
              </a:buClr>
              <a:buSzPts val="3000"/>
              <a:buFont typeface="Arial"/>
              <a:buNone/>
            </a:pPr>
            <a:r>
              <a:t/>
            </a:r>
            <a:endParaRPr b="0" i="1" sz="3000" u="none" cap="none" strike="noStrike">
              <a:solidFill>
                <a:schemeClr val="dk2"/>
              </a:solidFill>
              <a:latin typeface="Arial"/>
              <a:ea typeface="Arial"/>
              <a:cs typeface="Arial"/>
              <a:sym typeface="Arial"/>
            </a:endParaRPr>
          </a:p>
        </p:txBody>
      </p:sp>
      <p:sp>
        <p:nvSpPr>
          <p:cNvPr id="241" name="Google Shape;241;p7"/>
          <p:cNvSpPr txBox="1"/>
          <p:nvPr/>
        </p:nvSpPr>
        <p:spPr>
          <a:xfrm>
            <a:off x="1237200" y="1254000"/>
            <a:ext cx="7906800" cy="32451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Arial"/>
                <a:ea typeface="Arial"/>
                <a:cs typeface="Arial"/>
                <a:sym typeface="Arial"/>
              </a:rPr>
              <a:t>Acquire and Research Content</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Arial"/>
                <a:ea typeface="Arial"/>
                <a:cs typeface="Arial"/>
                <a:sym typeface="Arial"/>
              </a:rPr>
              <a:t>Process and Analyze  Content &amp; Survey Results</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Arial"/>
                <a:ea typeface="Arial"/>
                <a:cs typeface="Arial"/>
                <a:sym typeface="Arial"/>
              </a:rPr>
              <a:t>Determine Content Gaps and Enable Search Functionality</a:t>
            </a:r>
            <a:endParaRPr b="1" i="0" sz="22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457200" lvl="0" marL="0" marR="571500" rtl="0" algn="l">
              <a:lnSpc>
                <a:spcPct val="100000"/>
              </a:lnSpc>
              <a:spcBef>
                <a:spcPts val="0"/>
              </a:spcBef>
              <a:spcAft>
                <a:spcPts val="0"/>
              </a:spcAft>
              <a:buClr>
                <a:srgbClr val="000000"/>
              </a:buClr>
              <a:buSzPts val="3000"/>
              <a:buFont typeface="Arial"/>
              <a:buNone/>
            </a:pPr>
            <a:r>
              <a:t/>
            </a:r>
            <a:endParaRPr b="0" i="1" sz="30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8"/>
          <p:cNvSpPr txBox="1"/>
          <p:nvPr>
            <p:ph type="title"/>
          </p:nvPr>
        </p:nvSpPr>
        <p:spPr>
          <a:xfrm>
            <a:off x="606225" y="385025"/>
            <a:ext cx="8382000" cy="626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Project Milestones</a:t>
            </a:r>
            <a:endParaRPr/>
          </a:p>
        </p:txBody>
      </p:sp>
      <p:sp>
        <p:nvSpPr>
          <p:cNvPr id="247" name="Google Shape;247;p8"/>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sp>
        <p:nvSpPr>
          <p:cNvPr id="248" name="Google Shape;248;p8"/>
          <p:cNvSpPr txBox="1"/>
          <p:nvPr>
            <p:ph idx="1"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200"/>
              <a:buNone/>
            </a:pPr>
            <a:r>
              <a:rPr lang="en">
                <a:solidFill>
                  <a:srgbClr val="000000"/>
                </a:solidFill>
              </a:rPr>
              <a:t>INFM 737 Capstone Project</a:t>
            </a:r>
            <a:endParaRPr/>
          </a:p>
        </p:txBody>
      </p:sp>
      <p:sp>
        <p:nvSpPr>
          <p:cNvPr id="249" name="Google Shape;249;p8"/>
          <p:cNvSpPr txBox="1"/>
          <p:nvPr>
            <p:ph idx="2" type="subTitle"/>
          </p:nvPr>
        </p:nvSpPr>
        <p:spPr>
          <a:xfrm>
            <a:off x="2097875" y="1110075"/>
            <a:ext cx="1425900" cy="10503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SzPts val="1000"/>
              <a:buNone/>
            </a:pPr>
            <a:r>
              <a:rPr b="1" lang="en" sz="1400"/>
              <a:t>Research Internal and External Resources</a:t>
            </a:r>
            <a:endParaRPr b="1" sz="1400"/>
          </a:p>
        </p:txBody>
      </p:sp>
      <p:sp>
        <p:nvSpPr>
          <p:cNvPr id="250" name="Google Shape;250;p8"/>
          <p:cNvSpPr txBox="1"/>
          <p:nvPr>
            <p:ph idx="3" type="subTitle"/>
          </p:nvPr>
        </p:nvSpPr>
        <p:spPr>
          <a:xfrm>
            <a:off x="4724700" y="1110075"/>
            <a:ext cx="1425900" cy="10503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1000"/>
              <a:buNone/>
            </a:pPr>
            <a:r>
              <a:rPr b="1" lang="en" sz="1400"/>
              <a:t>Create Expanded Taxonomies</a:t>
            </a:r>
            <a:endParaRPr b="1" sz="1400"/>
          </a:p>
        </p:txBody>
      </p:sp>
      <p:sp>
        <p:nvSpPr>
          <p:cNvPr id="251" name="Google Shape;251;p8"/>
          <p:cNvSpPr txBox="1"/>
          <p:nvPr>
            <p:ph idx="4" type="subTitle"/>
          </p:nvPr>
        </p:nvSpPr>
        <p:spPr>
          <a:xfrm>
            <a:off x="7351525" y="1110075"/>
            <a:ext cx="1425900" cy="10503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1000"/>
              <a:buNone/>
            </a:pPr>
            <a:r>
              <a:rPr b="1" lang="en" sz="1400"/>
              <a:t>Present Findings</a:t>
            </a:r>
            <a:endParaRPr b="1" sz="1400"/>
          </a:p>
        </p:txBody>
      </p:sp>
      <p:sp>
        <p:nvSpPr>
          <p:cNvPr id="252" name="Google Shape;252;p8"/>
          <p:cNvSpPr txBox="1"/>
          <p:nvPr>
            <p:ph idx="5" type="subTitle"/>
          </p:nvPr>
        </p:nvSpPr>
        <p:spPr>
          <a:xfrm>
            <a:off x="805725" y="3117125"/>
            <a:ext cx="1425900" cy="10503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1000"/>
              <a:buNone/>
            </a:pPr>
            <a:r>
              <a:rPr b="1" lang="en" sz="1400"/>
              <a:t>Meet DGPO Team</a:t>
            </a:r>
            <a:endParaRPr b="1" sz="1400"/>
          </a:p>
          <a:p>
            <a:pPr indent="0" lvl="0" marL="0" rtl="0" algn="l">
              <a:lnSpc>
                <a:spcPct val="80000"/>
              </a:lnSpc>
              <a:spcBef>
                <a:spcPts val="0"/>
              </a:spcBef>
              <a:spcAft>
                <a:spcPts val="0"/>
              </a:spcAft>
              <a:buSzPts val="1000"/>
              <a:buNone/>
            </a:pPr>
            <a:r>
              <a:t/>
            </a:r>
            <a:endParaRPr b="1" sz="1400"/>
          </a:p>
          <a:p>
            <a:pPr indent="0" lvl="0" marL="0" rtl="0" algn="l">
              <a:lnSpc>
                <a:spcPct val="80000"/>
              </a:lnSpc>
              <a:spcBef>
                <a:spcPts val="0"/>
              </a:spcBef>
              <a:spcAft>
                <a:spcPts val="0"/>
              </a:spcAft>
              <a:buSzPts val="1000"/>
              <a:buNone/>
            </a:pPr>
            <a:r>
              <a:rPr b="1" lang="en" sz="1400"/>
              <a:t>Discuss Client Needs</a:t>
            </a:r>
            <a:endParaRPr b="1" sz="1400"/>
          </a:p>
          <a:p>
            <a:pPr indent="0" lvl="0" marL="0" rtl="0" algn="l">
              <a:lnSpc>
                <a:spcPct val="80000"/>
              </a:lnSpc>
              <a:spcBef>
                <a:spcPts val="0"/>
              </a:spcBef>
              <a:spcAft>
                <a:spcPts val="0"/>
              </a:spcAft>
              <a:buSzPts val="1000"/>
              <a:buNone/>
            </a:pPr>
            <a:r>
              <a:t/>
            </a:r>
            <a:endParaRPr b="1" sz="1400"/>
          </a:p>
          <a:p>
            <a:pPr indent="0" lvl="0" marL="0" rtl="0" algn="l">
              <a:lnSpc>
                <a:spcPct val="80000"/>
              </a:lnSpc>
              <a:spcBef>
                <a:spcPts val="0"/>
              </a:spcBef>
              <a:spcAft>
                <a:spcPts val="0"/>
              </a:spcAft>
              <a:buSzPts val="1000"/>
              <a:buNone/>
            </a:pPr>
            <a:r>
              <a:rPr b="1" lang="en" sz="1400"/>
              <a:t>Project Charter</a:t>
            </a:r>
            <a:endParaRPr b="1" sz="1400"/>
          </a:p>
        </p:txBody>
      </p:sp>
      <p:sp>
        <p:nvSpPr>
          <p:cNvPr id="253" name="Google Shape;253;p8"/>
          <p:cNvSpPr txBox="1"/>
          <p:nvPr>
            <p:ph idx="6" type="subTitle"/>
          </p:nvPr>
        </p:nvSpPr>
        <p:spPr>
          <a:xfrm>
            <a:off x="3432550" y="3117125"/>
            <a:ext cx="1425900" cy="10503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1000"/>
              <a:buNone/>
            </a:pPr>
            <a:r>
              <a:rPr b="1" lang="en" sz="1400"/>
              <a:t>Design and Deliver Survey for DGPO Newsletter and LinkedIn</a:t>
            </a:r>
            <a:endParaRPr b="1" sz="1400"/>
          </a:p>
          <a:p>
            <a:pPr indent="0" lvl="0" marL="0" rtl="0" algn="l">
              <a:lnSpc>
                <a:spcPct val="80000"/>
              </a:lnSpc>
              <a:spcBef>
                <a:spcPts val="0"/>
              </a:spcBef>
              <a:spcAft>
                <a:spcPts val="0"/>
              </a:spcAft>
              <a:buSzPts val="1000"/>
              <a:buNone/>
            </a:pPr>
            <a:r>
              <a:t/>
            </a:r>
            <a:endParaRPr b="1" sz="1400"/>
          </a:p>
          <a:p>
            <a:pPr indent="0" lvl="0" marL="0" rtl="0" algn="l">
              <a:lnSpc>
                <a:spcPct val="80000"/>
              </a:lnSpc>
              <a:spcBef>
                <a:spcPts val="0"/>
              </a:spcBef>
              <a:spcAft>
                <a:spcPts val="0"/>
              </a:spcAft>
              <a:buSzPts val="1000"/>
              <a:buNone/>
            </a:pPr>
            <a:r>
              <a:rPr b="1" lang="en" sz="1400"/>
              <a:t>Compile Results</a:t>
            </a:r>
            <a:endParaRPr b="1" sz="1400"/>
          </a:p>
        </p:txBody>
      </p:sp>
      <p:sp>
        <p:nvSpPr>
          <p:cNvPr id="254" name="Google Shape;254;p8"/>
          <p:cNvSpPr txBox="1"/>
          <p:nvPr>
            <p:ph idx="7" type="subTitle"/>
          </p:nvPr>
        </p:nvSpPr>
        <p:spPr>
          <a:xfrm>
            <a:off x="6059375" y="3117125"/>
            <a:ext cx="1425900" cy="10503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1000"/>
              <a:buNone/>
            </a:pPr>
            <a:r>
              <a:rPr b="1" lang="en" sz="1400"/>
              <a:t>Analyze and Present Gaps in DGPO Content</a:t>
            </a:r>
            <a:endParaRPr b="1"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txBox="1"/>
          <p:nvPr>
            <p:ph type="ctrTitle"/>
          </p:nvPr>
        </p:nvSpPr>
        <p:spPr>
          <a:xfrm>
            <a:off x="3822200" y="630000"/>
            <a:ext cx="4830300" cy="191100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700"/>
              <a:buNone/>
            </a:pPr>
            <a:r>
              <a:rPr lang="en"/>
              <a:t>Deliverables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0"/>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pic>
        <p:nvPicPr>
          <p:cNvPr id="265" name="Google Shape;265;p10"/>
          <p:cNvPicPr preferRelativeResize="0"/>
          <p:nvPr/>
        </p:nvPicPr>
        <p:blipFill rotWithShape="1">
          <a:blip r:embed="rId3">
            <a:alphaModFix/>
          </a:blip>
          <a:srcRect b="0" l="0" r="0" t="0"/>
          <a:stretch/>
        </p:blipFill>
        <p:spPr>
          <a:xfrm>
            <a:off x="0" y="131460"/>
            <a:ext cx="9144003" cy="4741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1"/>
          <p:cNvSpPr txBox="1"/>
          <p:nvPr>
            <p:ph idx="4294967295" type="title"/>
          </p:nvPr>
        </p:nvSpPr>
        <p:spPr>
          <a:xfrm>
            <a:off x="175400" y="169075"/>
            <a:ext cx="2414700" cy="399000"/>
          </a:xfrm>
          <a:prstGeom prst="rect">
            <a:avLst/>
          </a:prstGeom>
          <a:noFill/>
          <a:ln>
            <a:noFill/>
          </a:ln>
        </p:spPr>
        <p:txBody>
          <a:bodyPr anchorCtr="0" anchor="b" bIns="0" lIns="0" spcFirstLastPara="1" rIns="0" wrap="square" tIns="0">
            <a:noAutofit/>
          </a:bodyPr>
          <a:lstStyle/>
          <a:p>
            <a:pPr indent="0" lvl="0" marL="0" rtl="0" algn="l">
              <a:lnSpc>
                <a:spcPct val="75000"/>
              </a:lnSpc>
              <a:spcBef>
                <a:spcPts val="0"/>
              </a:spcBef>
              <a:spcAft>
                <a:spcPts val="0"/>
              </a:spcAft>
              <a:buSzPts val="2000"/>
              <a:buNone/>
            </a:pPr>
            <a:r>
              <a:rPr lang="en" sz="2800"/>
              <a:t>Word Clouds</a:t>
            </a:r>
            <a:endParaRPr sz="2800"/>
          </a:p>
        </p:txBody>
      </p:sp>
      <p:sp>
        <p:nvSpPr>
          <p:cNvPr id="271" name="Google Shape;271;p11"/>
          <p:cNvSpPr txBox="1"/>
          <p:nvPr>
            <p:ph idx="4294967295" type="title"/>
          </p:nvPr>
        </p:nvSpPr>
        <p:spPr>
          <a:xfrm>
            <a:off x="175400" y="675800"/>
            <a:ext cx="2414700" cy="528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300"/>
              <a:buNone/>
            </a:pPr>
            <a:r>
              <a:rPr lang="en" sz="1400"/>
              <a:t>Bi-Gram Words </a:t>
            </a:r>
            <a:endParaRPr sz="1400"/>
          </a:p>
          <a:p>
            <a:pPr indent="0" lvl="0" marL="0" rtl="0" algn="l">
              <a:lnSpc>
                <a:spcPct val="100000"/>
              </a:lnSpc>
              <a:spcBef>
                <a:spcPts val="0"/>
              </a:spcBef>
              <a:spcAft>
                <a:spcPts val="0"/>
              </a:spcAft>
              <a:buSzPts val="1300"/>
              <a:buNone/>
            </a:pPr>
            <a:r>
              <a:rPr lang="en" sz="1400"/>
              <a:t>Relevant to </a:t>
            </a:r>
            <a:r>
              <a:rPr i="1" lang="en" sz="1400"/>
              <a:t>Data Governance</a:t>
            </a:r>
            <a:endParaRPr i="1" sz="1400"/>
          </a:p>
        </p:txBody>
      </p:sp>
      <p:pic>
        <p:nvPicPr>
          <p:cNvPr id="272" name="Google Shape;272;p11"/>
          <p:cNvPicPr preferRelativeResize="0"/>
          <p:nvPr/>
        </p:nvPicPr>
        <p:blipFill rotWithShape="1">
          <a:blip r:embed="rId3">
            <a:alphaModFix/>
          </a:blip>
          <a:srcRect b="0" l="0" r="0" t="0"/>
          <a:stretch/>
        </p:blipFill>
        <p:spPr>
          <a:xfrm>
            <a:off x="3048000" y="227675"/>
            <a:ext cx="5943600" cy="3076575"/>
          </a:xfrm>
          <a:prstGeom prst="rect">
            <a:avLst/>
          </a:prstGeom>
          <a:noFill/>
          <a:ln>
            <a:noFill/>
          </a:ln>
        </p:spPr>
      </p:pic>
      <p:pic>
        <p:nvPicPr>
          <p:cNvPr id="273" name="Google Shape;273;p11"/>
          <p:cNvPicPr preferRelativeResize="0"/>
          <p:nvPr/>
        </p:nvPicPr>
        <p:blipFill rotWithShape="1">
          <a:blip r:embed="rId4">
            <a:alphaModFix/>
          </a:blip>
          <a:srcRect b="0" l="0" r="0" t="0"/>
          <a:stretch/>
        </p:blipFill>
        <p:spPr>
          <a:xfrm>
            <a:off x="99200" y="1724800"/>
            <a:ext cx="5440176" cy="2816000"/>
          </a:xfrm>
          <a:prstGeom prst="rect">
            <a:avLst/>
          </a:prstGeom>
          <a:noFill/>
          <a:ln>
            <a:noFill/>
          </a:ln>
        </p:spPr>
      </p:pic>
      <p:sp>
        <p:nvSpPr>
          <p:cNvPr id="274" name="Google Shape;274;p11"/>
          <p:cNvSpPr/>
          <p:nvPr/>
        </p:nvSpPr>
        <p:spPr>
          <a:xfrm>
            <a:off x="6067825" y="1331200"/>
            <a:ext cx="2794800" cy="3990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1"/>
          <p:cNvSpPr/>
          <p:nvPr/>
        </p:nvSpPr>
        <p:spPr>
          <a:xfrm>
            <a:off x="6447900" y="1988550"/>
            <a:ext cx="2414700" cy="3990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1"/>
          <p:cNvSpPr/>
          <p:nvPr/>
        </p:nvSpPr>
        <p:spPr>
          <a:xfrm>
            <a:off x="3757500" y="673050"/>
            <a:ext cx="3449100" cy="3990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1"/>
          <p:cNvSpPr/>
          <p:nvPr/>
        </p:nvSpPr>
        <p:spPr>
          <a:xfrm>
            <a:off x="491700" y="2821800"/>
            <a:ext cx="2556300" cy="3990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1"/>
          <p:cNvSpPr/>
          <p:nvPr/>
        </p:nvSpPr>
        <p:spPr>
          <a:xfrm>
            <a:off x="795150" y="4050775"/>
            <a:ext cx="3971100" cy="3990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1"/>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2"/>
          <p:cNvSpPr txBox="1"/>
          <p:nvPr>
            <p:ph idx="4294967295" type="title"/>
          </p:nvPr>
        </p:nvSpPr>
        <p:spPr>
          <a:xfrm>
            <a:off x="284750" y="345250"/>
            <a:ext cx="8574300" cy="387300"/>
          </a:xfrm>
          <a:prstGeom prst="rect">
            <a:avLst/>
          </a:prstGeom>
          <a:noFill/>
          <a:ln>
            <a:noFill/>
          </a:ln>
        </p:spPr>
        <p:txBody>
          <a:bodyPr anchorCtr="0" anchor="b" bIns="0" lIns="0" spcFirstLastPara="1" rIns="0" wrap="square" tIns="0">
            <a:noAutofit/>
          </a:bodyPr>
          <a:lstStyle/>
          <a:p>
            <a:pPr indent="0" lvl="0" marL="0" rtl="0" algn="l">
              <a:lnSpc>
                <a:spcPct val="75000"/>
              </a:lnSpc>
              <a:spcBef>
                <a:spcPts val="0"/>
              </a:spcBef>
              <a:spcAft>
                <a:spcPts val="0"/>
              </a:spcAft>
              <a:buSzPts val="2000"/>
              <a:buNone/>
            </a:pPr>
            <a:r>
              <a:rPr lang="en" sz="2800"/>
              <a:t>Taxonomy </a:t>
            </a:r>
            <a:r>
              <a:rPr lang="en" sz="1400">
                <a:solidFill>
                  <a:schemeClr val="dk2"/>
                </a:solidFill>
              </a:rPr>
              <a:t>Expanded Based on Internal and External Research</a:t>
            </a:r>
            <a:endParaRPr sz="2800"/>
          </a:p>
        </p:txBody>
      </p:sp>
      <p:sp>
        <p:nvSpPr>
          <p:cNvPr id="285" name="Google Shape;285;p12"/>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pic>
        <p:nvPicPr>
          <p:cNvPr id="286" name="Google Shape;286;p12">
            <a:hlinkClick r:id="rId3"/>
          </p:cNvPr>
          <p:cNvPicPr preferRelativeResize="0"/>
          <p:nvPr/>
        </p:nvPicPr>
        <p:blipFill rotWithShape="1">
          <a:blip r:embed="rId4">
            <a:alphaModFix/>
          </a:blip>
          <a:srcRect b="0" l="0" r="0" t="0"/>
          <a:stretch/>
        </p:blipFill>
        <p:spPr>
          <a:xfrm>
            <a:off x="284750" y="943624"/>
            <a:ext cx="8574299" cy="665876"/>
          </a:xfrm>
          <a:prstGeom prst="rect">
            <a:avLst/>
          </a:prstGeom>
          <a:noFill/>
          <a:ln>
            <a:noFill/>
          </a:ln>
        </p:spPr>
      </p:pic>
      <p:pic>
        <p:nvPicPr>
          <p:cNvPr id="287" name="Google Shape;287;p12"/>
          <p:cNvPicPr preferRelativeResize="0"/>
          <p:nvPr/>
        </p:nvPicPr>
        <p:blipFill rotWithShape="1">
          <a:blip r:embed="rId5">
            <a:alphaModFix/>
          </a:blip>
          <a:srcRect b="0" l="0" r="0" t="0"/>
          <a:stretch/>
        </p:blipFill>
        <p:spPr>
          <a:xfrm>
            <a:off x="284875" y="2672825"/>
            <a:ext cx="8629200" cy="714512"/>
          </a:xfrm>
          <a:prstGeom prst="rect">
            <a:avLst/>
          </a:prstGeom>
          <a:noFill/>
          <a:ln>
            <a:noFill/>
          </a:ln>
        </p:spPr>
      </p:pic>
      <p:pic>
        <p:nvPicPr>
          <p:cNvPr id="288" name="Google Shape;288;p12"/>
          <p:cNvPicPr preferRelativeResize="0"/>
          <p:nvPr/>
        </p:nvPicPr>
        <p:blipFill rotWithShape="1">
          <a:blip r:embed="rId6">
            <a:alphaModFix/>
          </a:blip>
          <a:srcRect b="0" l="0" r="0" t="0"/>
          <a:stretch/>
        </p:blipFill>
        <p:spPr>
          <a:xfrm>
            <a:off x="321525" y="3600200"/>
            <a:ext cx="8555878" cy="665875"/>
          </a:xfrm>
          <a:prstGeom prst="rect">
            <a:avLst/>
          </a:prstGeom>
          <a:noFill/>
          <a:ln>
            <a:noFill/>
          </a:ln>
        </p:spPr>
      </p:pic>
      <p:pic>
        <p:nvPicPr>
          <p:cNvPr id="289" name="Google Shape;289;p12"/>
          <p:cNvPicPr preferRelativeResize="0"/>
          <p:nvPr/>
        </p:nvPicPr>
        <p:blipFill rotWithShape="1">
          <a:blip r:embed="rId7">
            <a:alphaModFix/>
          </a:blip>
          <a:srcRect b="0" l="0" r="0" t="0"/>
          <a:stretch/>
        </p:blipFill>
        <p:spPr>
          <a:xfrm>
            <a:off x="304800" y="1761900"/>
            <a:ext cx="8555875" cy="7368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3"/>
          <p:cNvSpPr txBox="1"/>
          <p:nvPr>
            <p:ph type="title"/>
          </p:nvPr>
        </p:nvSpPr>
        <p:spPr>
          <a:xfrm>
            <a:off x="183500" y="157325"/>
            <a:ext cx="8382000" cy="759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600"/>
              <a:buNone/>
            </a:pPr>
            <a:r>
              <a:rPr lang="en"/>
              <a:t>Content Gap Analysis</a:t>
            </a:r>
            <a:endParaRPr/>
          </a:p>
        </p:txBody>
      </p:sp>
      <p:sp>
        <p:nvSpPr>
          <p:cNvPr id="295" name="Google Shape;295;p13"/>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a:p>
            <a:pPr indent="0" lvl="0" marL="0" rtl="0" algn="r">
              <a:lnSpc>
                <a:spcPct val="100000"/>
              </a:lnSpc>
              <a:spcBef>
                <a:spcPts val="0"/>
              </a:spcBef>
              <a:spcAft>
                <a:spcPts val="0"/>
              </a:spcAft>
              <a:buClr>
                <a:srgbClr val="000000"/>
              </a:buClr>
              <a:buSzPts val="1300"/>
              <a:buFont typeface="Arial"/>
              <a:buNone/>
            </a:pPr>
            <a:r>
              <a:t/>
            </a:r>
            <a:endParaRPr b="0" sz="1300"/>
          </a:p>
        </p:txBody>
      </p:sp>
      <p:sp>
        <p:nvSpPr>
          <p:cNvPr id="296" name="Google Shape;296;p13"/>
          <p:cNvSpPr txBox="1"/>
          <p:nvPr>
            <p:ph idx="3" type="subTitle"/>
          </p:nvPr>
        </p:nvSpPr>
        <p:spPr>
          <a:xfrm>
            <a:off x="4089400" y="4630425"/>
            <a:ext cx="3530700" cy="193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200"/>
              <a:buNone/>
            </a:pPr>
            <a:r>
              <a:rPr lang="en"/>
              <a:t>INFM 737 Capstone Project</a:t>
            </a:r>
            <a:endParaRPr/>
          </a:p>
        </p:txBody>
      </p:sp>
      <p:sp>
        <p:nvSpPr>
          <p:cNvPr id="297" name="Google Shape;297;p13"/>
          <p:cNvSpPr txBox="1"/>
          <p:nvPr/>
        </p:nvSpPr>
        <p:spPr>
          <a:xfrm>
            <a:off x="745525" y="3578125"/>
            <a:ext cx="7840500" cy="832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For tagging document to a particular taxonomy category, we are matching bigram keywords from taxonomies to documents</a:t>
            </a:r>
            <a:endParaRPr b="0" i="0" sz="1400" u="none" cap="none" strike="noStrike">
              <a:solidFill>
                <a:schemeClr val="dk2"/>
              </a:solidFill>
              <a:latin typeface="Arial"/>
              <a:ea typeface="Arial"/>
              <a:cs typeface="Arial"/>
              <a:sym typeface="Arial"/>
            </a:endParaRPr>
          </a:p>
          <a:p>
            <a:pPr indent="-317500" lvl="0" marL="457200" marR="0" rtl="0" algn="l">
              <a:lnSpc>
                <a:spcPct val="100000"/>
              </a:lnSpc>
              <a:spcBef>
                <a:spcPts val="0"/>
              </a:spcBef>
              <a:spcAft>
                <a:spcPts val="0"/>
              </a:spcAft>
              <a:buClr>
                <a:schemeClr val="dk2"/>
              </a:buClr>
              <a:buSzPts val="1400"/>
              <a:buFont typeface="Arial"/>
              <a:buChar char="●"/>
            </a:pPr>
            <a:r>
              <a:rPr b="0" i="0" lang="en" sz="1400" u="none" cap="none" strike="noStrike">
                <a:solidFill>
                  <a:schemeClr val="dk2"/>
                </a:solidFill>
                <a:latin typeface="Arial"/>
                <a:ea typeface="Arial"/>
                <a:cs typeface="Arial"/>
                <a:sym typeface="Arial"/>
              </a:rPr>
              <a:t>At least 10% of keywords from taxonomies should be present in the document for a successful tag</a:t>
            </a:r>
            <a:endParaRPr b="0" i="0" sz="1400" u="none" cap="none" strike="noStrike">
              <a:solidFill>
                <a:schemeClr val="dk2"/>
              </a:solidFill>
              <a:latin typeface="Arial"/>
              <a:ea typeface="Arial"/>
              <a:cs typeface="Arial"/>
              <a:sym typeface="Arial"/>
            </a:endParaRPr>
          </a:p>
        </p:txBody>
      </p:sp>
      <p:pic>
        <p:nvPicPr>
          <p:cNvPr id="298" name="Google Shape;298;p13"/>
          <p:cNvPicPr preferRelativeResize="0"/>
          <p:nvPr/>
        </p:nvPicPr>
        <p:blipFill rotWithShape="1">
          <a:blip r:embed="rId3">
            <a:alphaModFix/>
          </a:blip>
          <a:srcRect b="0" l="0" r="0" t="0"/>
          <a:stretch/>
        </p:blipFill>
        <p:spPr>
          <a:xfrm>
            <a:off x="762000" y="935050"/>
            <a:ext cx="7592325" cy="2566875"/>
          </a:xfrm>
          <a:prstGeom prst="rect">
            <a:avLst/>
          </a:prstGeom>
          <a:noFill/>
          <a:ln>
            <a:noFill/>
          </a:ln>
        </p:spPr>
      </p:pic>
      <p:sp>
        <p:nvSpPr>
          <p:cNvPr id="299" name="Google Shape;299;p13"/>
          <p:cNvSpPr/>
          <p:nvPr/>
        </p:nvSpPr>
        <p:spPr>
          <a:xfrm rot="5400000">
            <a:off x="5498450" y="1943425"/>
            <a:ext cx="2863800" cy="4227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3"/>
          <p:cNvSpPr txBox="1"/>
          <p:nvPr/>
        </p:nvSpPr>
        <p:spPr>
          <a:xfrm>
            <a:off x="4572000" y="196625"/>
            <a:ext cx="4295700" cy="68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Gap =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 of External Document - % of Internal Document</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4"/>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a:p>
            <a:pPr indent="0" lvl="0" marL="0" rtl="0" algn="r">
              <a:lnSpc>
                <a:spcPct val="100000"/>
              </a:lnSpc>
              <a:spcBef>
                <a:spcPts val="0"/>
              </a:spcBef>
              <a:spcAft>
                <a:spcPts val="0"/>
              </a:spcAft>
              <a:buSzPts val="1200"/>
              <a:buNone/>
            </a:pPr>
            <a:r>
              <a:t/>
            </a:r>
            <a:endParaRPr b="0" sz="1300"/>
          </a:p>
        </p:txBody>
      </p:sp>
      <p:pic>
        <p:nvPicPr>
          <p:cNvPr id="306" name="Google Shape;306;p14"/>
          <p:cNvPicPr preferRelativeResize="0"/>
          <p:nvPr/>
        </p:nvPicPr>
        <p:blipFill rotWithShape="1">
          <a:blip r:embed="rId3">
            <a:alphaModFix/>
          </a:blip>
          <a:srcRect b="0" l="0" r="0" t="0"/>
          <a:stretch/>
        </p:blipFill>
        <p:spPr>
          <a:xfrm>
            <a:off x="438713" y="3745151"/>
            <a:ext cx="646574" cy="646574"/>
          </a:xfrm>
          <a:prstGeom prst="rect">
            <a:avLst/>
          </a:prstGeom>
          <a:noFill/>
          <a:ln>
            <a:noFill/>
          </a:ln>
        </p:spPr>
      </p:pic>
      <p:pic>
        <p:nvPicPr>
          <p:cNvPr id="307" name="Google Shape;307;p14"/>
          <p:cNvPicPr preferRelativeResize="0"/>
          <p:nvPr/>
        </p:nvPicPr>
        <p:blipFill rotWithShape="1">
          <a:blip r:embed="rId3">
            <a:alphaModFix/>
          </a:blip>
          <a:srcRect b="0" l="0" r="0" t="0"/>
          <a:stretch/>
        </p:blipFill>
        <p:spPr>
          <a:xfrm>
            <a:off x="438713" y="2477063"/>
            <a:ext cx="646574" cy="646574"/>
          </a:xfrm>
          <a:prstGeom prst="rect">
            <a:avLst/>
          </a:prstGeom>
          <a:noFill/>
          <a:ln>
            <a:noFill/>
          </a:ln>
        </p:spPr>
      </p:pic>
      <p:pic>
        <p:nvPicPr>
          <p:cNvPr id="308" name="Google Shape;308;p14"/>
          <p:cNvPicPr preferRelativeResize="0"/>
          <p:nvPr/>
        </p:nvPicPr>
        <p:blipFill rotWithShape="1">
          <a:blip r:embed="rId3">
            <a:alphaModFix/>
          </a:blip>
          <a:srcRect b="0" l="0" r="0" t="0"/>
          <a:stretch/>
        </p:blipFill>
        <p:spPr>
          <a:xfrm>
            <a:off x="438713" y="1208976"/>
            <a:ext cx="646574" cy="646574"/>
          </a:xfrm>
          <a:prstGeom prst="rect">
            <a:avLst/>
          </a:prstGeom>
          <a:noFill/>
          <a:ln>
            <a:noFill/>
          </a:ln>
        </p:spPr>
      </p:pic>
      <p:sp>
        <p:nvSpPr>
          <p:cNvPr id="309" name="Google Shape;309;p14"/>
          <p:cNvSpPr txBox="1"/>
          <p:nvPr>
            <p:ph idx="4294967295" type="ctrTitle"/>
          </p:nvPr>
        </p:nvSpPr>
        <p:spPr>
          <a:xfrm>
            <a:off x="465600" y="338950"/>
            <a:ext cx="8212800" cy="5199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700"/>
              <a:buFont typeface="Arial"/>
              <a:buNone/>
            </a:pPr>
            <a:r>
              <a:rPr b="1" i="0" lang="en" sz="3400" u="none" cap="none" strike="noStrike">
                <a:solidFill>
                  <a:schemeClr val="dk1"/>
                </a:solidFill>
                <a:latin typeface="Arial"/>
                <a:ea typeface="Arial"/>
                <a:cs typeface="Arial"/>
                <a:sym typeface="Arial"/>
              </a:rPr>
              <a:t>Recommendations</a:t>
            </a:r>
            <a:endParaRPr b="1" i="0" sz="3400" u="none" cap="none" strike="noStrike">
              <a:solidFill>
                <a:schemeClr val="dk1"/>
              </a:solidFill>
              <a:latin typeface="Arial"/>
              <a:ea typeface="Arial"/>
              <a:cs typeface="Arial"/>
              <a:sym typeface="Arial"/>
            </a:endParaRPr>
          </a:p>
        </p:txBody>
      </p:sp>
      <p:sp>
        <p:nvSpPr>
          <p:cNvPr id="310" name="Google Shape;310;p14"/>
          <p:cNvSpPr txBox="1"/>
          <p:nvPr/>
        </p:nvSpPr>
        <p:spPr>
          <a:xfrm>
            <a:off x="1237200" y="1208975"/>
            <a:ext cx="7906800" cy="37161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Match Unigram and Bigram Keywords to Search</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Use Taxonomy to Implement Semantic Searching </a:t>
            </a:r>
            <a:endParaRPr b="0" i="1" sz="20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Arial"/>
                <a:ea typeface="Arial"/>
                <a:cs typeface="Arial"/>
                <a:sym typeface="Arial"/>
              </a:rPr>
              <a:t>Diversify Content to Close the Gap Between DGPO and Industry Priorities</a:t>
            </a:r>
            <a:endParaRPr b="1" i="0" sz="2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5"/>
          <p:cNvSpPr txBox="1"/>
          <p:nvPr>
            <p:ph idx="12" type="sldNum"/>
          </p:nvPr>
        </p:nvSpPr>
        <p:spPr>
          <a:xfrm>
            <a:off x="7805634" y="4478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fld id="{00000000-1234-1234-1234-123412341234}" type="slidenum">
              <a:rPr lang="en"/>
              <a:t>‹#›</a:t>
            </a:fld>
            <a:endParaRPr/>
          </a:p>
          <a:p>
            <a:pPr indent="0" lvl="0" marL="0" rtl="0" algn="r">
              <a:lnSpc>
                <a:spcPct val="100000"/>
              </a:lnSpc>
              <a:spcBef>
                <a:spcPts val="0"/>
              </a:spcBef>
              <a:spcAft>
                <a:spcPts val="0"/>
              </a:spcAft>
              <a:buSzPts val="1200"/>
              <a:buNone/>
            </a:pPr>
            <a:r>
              <a:t/>
            </a:r>
            <a:endParaRPr b="0" sz="1300"/>
          </a:p>
        </p:txBody>
      </p:sp>
      <p:pic>
        <p:nvPicPr>
          <p:cNvPr id="316" name="Google Shape;316;p15"/>
          <p:cNvPicPr preferRelativeResize="0"/>
          <p:nvPr/>
        </p:nvPicPr>
        <p:blipFill rotWithShape="1">
          <a:blip r:embed="rId3">
            <a:alphaModFix/>
          </a:blip>
          <a:srcRect b="0" l="0" r="0" t="0"/>
          <a:stretch/>
        </p:blipFill>
        <p:spPr>
          <a:xfrm>
            <a:off x="438713" y="3973751"/>
            <a:ext cx="646574" cy="646574"/>
          </a:xfrm>
          <a:prstGeom prst="rect">
            <a:avLst/>
          </a:prstGeom>
          <a:noFill/>
          <a:ln>
            <a:noFill/>
          </a:ln>
        </p:spPr>
      </p:pic>
      <p:pic>
        <p:nvPicPr>
          <p:cNvPr id="317" name="Google Shape;317;p15"/>
          <p:cNvPicPr preferRelativeResize="0"/>
          <p:nvPr/>
        </p:nvPicPr>
        <p:blipFill rotWithShape="1">
          <a:blip r:embed="rId3">
            <a:alphaModFix/>
          </a:blip>
          <a:srcRect b="0" l="0" r="0" t="0"/>
          <a:stretch/>
        </p:blipFill>
        <p:spPr>
          <a:xfrm>
            <a:off x="438713" y="3060789"/>
            <a:ext cx="646574" cy="646574"/>
          </a:xfrm>
          <a:prstGeom prst="rect">
            <a:avLst/>
          </a:prstGeom>
          <a:noFill/>
          <a:ln>
            <a:noFill/>
          </a:ln>
        </p:spPr>
      </p:pic>
      <p:pic>
        <p:nvPicPr>
          <p:cNvPr id="318" name="Google Shape;318;p15"/>
          <p:cNvPicPr preferRelativeResize="0"/>
          <p:nvPr/>
        </p:nvPicPr>
        <p:blipFill rotWithShape="1">
          <a:blip r:embed="rId3">
            <a:alphaModFix/>
          </a:blip>
          <a:srcRect b="0" l="0" r="0" t="0"/>
          <a:stretch/>
        </p:blipFill>
        <p:spPr>
          <a:xfrm>
            <a:off x="438713" y="1208976"/>
            <a:ext cx="646574" cy="646574"/>
          </a:xfrm>
          <a:prstGeom prst="rect">
            <a:avLst/>
          </a:prstGeom>
          <a:noFill/>
          <a:ln>
            <a:noFill/>
          </a:ln>
        </p:spPr>
      </p:pic>
      <p:sp>
        <p:nvSpPr>
          <p:cNvPr id="319" name="Google Shape;319;p15"/>
          <p:cNvSpPr txBox="1"/>
          <p:nvPr>
            <p:ph idx="4294967295" type="ctrTitle"/>
          </p:nvPr>
        </p:nvSpPr>
        <p:spPr>
          <a:xfrm>
            <a:off x="465600" y="338950"/>
            <a:ext cx="8212800" cy="5199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700"/>
              <a:buFont typeface="Arial"/>
              <a:buNone/>
            </a:pPr>
            <a:r>
              <a:rPr b="1" i="0" lang="en" sz="3400" u="none" cap="none" strike="noStrike">
                <a:solidFill>
                  <a:schemeClr val="dk1"/>
                </a:solidFill>
                <a:latin typeface="Arial"/>
                <a:ea typeface="Arial"/>
                <a:cs typeface="Arial"/>
                <a:sym typeface="Arial"/>
              </a:rPr>
              <a:t>Next Steps</a:t>
            </a:r>
            <a:endParaRPr b="1" i="0" sz="3400" u="none" cap="none" strike="noStrike">
              <a:solidFill>
                <a:schemeClr val="dk1"/>
              </a:solidFill>
              <a:latin typeface="Arial"/>
              <a:ea typeface="Arial"/>
              <a:cs typeface="Arial"/>
              <a:sym typeface="Arial"/>
            </a:endParaRPr>
          </a:p>
        </p:txBody>
      </p:sp>
      <p:sp>
        <p:nvSpPr>
          <p:cNvPr id="320" name="Google Shape;320;p15"/>
          <p:cNvSpPr txBox="1"/>
          <p:nvPr/>
        </p:nvSpPr>
        <p:spPr>
          <a:xfrm>
            <a:off x="1237200" y="1208975"/>
            <a:ext cx="7906800" cy="3716100"/>
          </a:xfrm>
          <a:prstGeom prst="rect">
            <a:avLst/>
          </a:prstGeom>
          <a:noFill/>
          <a:ln>
            <a:noFill/>
          </a:ln>
        </p:spPr>
        <p:txBody>
          <a:bodyPr anchorCtr="0" anchor="t" bIns="91425" lIns="91425" spcFirstLastPara="1" rIns="91425" wrap="square" tIns="91425">
            <a:noAutofit/>
          </a:bodyPr>
          <a:lstStyle/>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Transfer Ownership of Findings and Recommendations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with Maintenance Steps</a:t>
            </a:r>
            <a:endParaRPr b="0" i="0" sz="20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t/>
            </a:r>
            <a:endParaRPr b="1" i="0" sz="23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Validate Taxonomy</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t/>
            </a:r>
            <a:endParaRPr b="1" i="0" sz="34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chemeClr val="dk1"/>
              </a:buClr>
              <a:buSzPts val="1100"/>
              <a:buFont typeface="Arial"/>
              <a:buNone/>
            </a:pPr>
            <a:r>
              <a:rPr b="1" i="0" lang="en" sz="2100" u="none" cap="none" strike="noStrike">
                <a:solidFill>
                  <a:schemeClr val="dk1"/>
                </a:solidFill>
                <a:latin typeface="Arial"/>
                <a:ea typeface="Arial"/>
                <a:cs typeface="Arial"/>
                <a:sym typeface="Arial"/>
              </a:rPr>
              <a:t>Enable Additional Search Features Utilizing Metadata </a:t>
            </a:r>
            <a:endParaRPr b="0" i="1" sz="20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Arial"/>
                <a:ea typeface="Arial"/>
                <a:cs typeface="Arial"/>
                <a:sym typeface="Arial"/>
              </a:rPr>
              <a:t>Revamp DGPO Website to Include Industry Relevant Content </a:t>
            </a:r>
            <a:endParaRPr b="1" i="0" sz="2100" u="none" cap="none" strike="noStrike">
              <a:solidFill>
                <a:schemeClr val="dk1"/>
              </a:solidFill>
              <a:latin typeface="Arial"/>
              <a:ea typeface="Arial"/>
              <a:cs typeface="Arial"/>
              <a:sym typeface="Arial"/>
            </a:endParaRPr>
          </a:p>
          <a:p>
            <a:pPr indent="0" lvl="0" marL="0" marR="571500" rtl="0" algn="l">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Arial"/>
                <a:ea typeface="Arial"/>
                <a:cs typeface="Arial"/>
                <a:sym typeface="Arial"/>
              </a:rPr>
              <a:t>Based on Gap Analysis</a:t>
            </a:r>
            <a:endParaRPr b="0" i="1" sz="3200" u="none" cap="none" strike="noStrike">
              <a:solidFill>
                <a:schemeClr val="dk2"/>
              </a:solidFill>
              <a:latin typeface="Arial"/>
              <a:ea typeface="Arial"/>
              <a:cs typeface="Arial"/>
              <a:sym typeface="Arial"/>
            </a:endParaRPr>
          </a:p>
        </p:txBody>
      </p:sp>
      <p:pic>
        <p:nvPicPr>
          <p:cNvPr id="321" name="Google Shape;321;p15"/>
          <p:cNvPicPr preferRelativeResize="0"/>
          <p:nvPr/>
        </p:nvPicPr>
        <p:blipFill rotWithShape="1">
          <a:blip r:embed="rId3">
            <a:alphaModFix/>
          </a:blip>
          <a:srcRect b="0" l="0" r="0" t="0"/>
          <a:stretch/>
        </p:blipFill>
        <p:spPr>
          <a:xfrm>
            <a:off x="438713" y="2147826"/>
            <a:ext cx="646574" cy="6465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16"/>
          <p:cNvSpPr txBox="1"/>
          <p:nvPr>
            <p:ph type="title"/>
          </p:nvPr>
        </p:nvSpPr>
        <p:spPr>
          <a:xfrm>
            <a:off x="397925" y="0"/>
            <a:ext cx="3942900" cy="5143500"/>
          </a:xfrm>
          <a:prstGeom prst="rect">
            <a:avLst/>
          </a:prstGeom>
          <a:noFill/>
          <a:ln>
            <a:noFill/>
          </a:ln>
        </p:spPr>
        <p:txBody>
          <a:bodyPr anchorCtr="0" anchor="ctr" bIns="0" lIns="0" spcFirstLastPara="1" rIns="0" wrap="square" tIns="0">
            <a:noAutofit/>
          </a:bodyPr>
          <a:lstStyle/>
          <a:p>
            <a:pPr indent="0" lvl="0" marL="0" rtl="0" algn="ctr">
              <a:lnSpc>
                <a:spcPct val="80000"/>
              </a:lnSpc>
              <a:spcBef>
                <a:spcPts val="0"/>
              </a:spcBef>
              <a:spcAft>
                <a:spcPts val="0"/>
              </a:spcAft>
              <a:buSzPts val="5100"/>
              <a:buNone/>
            </a:pPr>
            <a:r>
              <a:rPr lang="en"/>
              <a:t>Thank You!</a:t>
            </a:r>
            <a:endParaRPr/>
          </a:p>
          <a:p>
            <a:pPr indent="0" lvl="0" marL="0" rtl="0" algn="ctr">
              <a:lnSpc>
                <a:spcPct val="80000"/>
              </a:lnSpc>
              <a:spcBef>
                <a:spcPts val="0"/>
              </a:spcBef>
              <a:spcAft>
                <a:spcPts val="0"/>
              </a:spcAft>
              <a:buSzPts val="5100"/>
              <a:buNone/>
            </a:pPr>
            <a:r>
              <a:rPr lang="en" sz="3300">
                <a:solidFill>
                  <a:schemeClr val="accent1"/>
                </a:solidFill>
              </a:rPr>
              <a:t>DGPO &amp; Dataversity</a:t>
            </a:r>
            <a:endParaRPr sz="3300">
              <a:solidFill>
                <a:schemeClr val="accent1"/>
              </a:solidFill>
            </a:endParaRPr>
          </a:p>
        </p:txBody>
      </p:sp>
      <p:sp>
        <p:nvSpPr>
          <p:cNvPr id="327" name="Google Shape;327;p16"/>
          <p:cNvSpPr txBox="1"/>
          <p:nvPr>
            <p:ph idx="4294967295" type="subTitle"/>
          </p:nvPr>
        </p:nvSpPr>
        <p:spPr>
          <a:xfrm>
            <a:off x="292000" y="4297375"/>
            <a:ext cx="3530700" cy="45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2400"/>
              <a:buFont typeface="Arial"/>
              <a:buNone/>
            </a:pPr>
            <a:r>
              <a:rPr b="0" i="0" lang="en" sz="2100" u="none" cap="none" strike="noStrike">
                <a:solidFill>
                  <a:srgbClr val="000000"/>
                </a:solidFill>
                <a:latin typeface="Arial"/>
                <a:ea typeface="Arial"/>
                <a:cs typeface="Arial"/>
                <a:sym typeface="Arial"/>
              </a:rPr>
              <a:t>INFM 737 Capstone Project</a:t>
            </a:r>
            <a:endParaRPr b="0" i="0" sz="2100" u="none" cap="none" strike="noStrike">
              <a:solidFill>
                <a:schemeClr val="dk2"/>
              </a:solidFill>
              <a:latin typeface="Arial"/>
              <a:ea typeface="Arial"/>
              <a:cs typeface="Arial"/>
              <a:sym typeface="Arial"/>
            </a:endParaRPr>
          </a:p>
        </p:txBody>
      </p:sp>
      <p:pic>
        <p:nvPicPr>
          <p:cNvPr id="328" name="Google Shape;328;p16"/>
          <p:cNvPicPr preferRelativeResize="0"/>
          <p:nvPr>
            <p:ph idx="2" type="pic"/>
          </p:nvPr>
        </p:nvPicPr>
        <p:blipFill rotWithShape="1">
          <a:blip r:embed="rId3">
            <a:alphaModFix/>
          </a:blip>
          <a:srcRect b="0" l="4304" r="4295" t="0"/>
          <a:stretch/>
        </p:blipFill>
        <p:spPr>
          <a:xfrm>
            <a:off x="2633150" y="-127000"/>
            <a:ext cx="7450800" cy="5397600"/>
          </a:xfrm>
          <a:prstGeom prst="chevron">
            <a:avLst>
              <a:gd fmla="val 50000" name="adj"/>
            </a:avLst>
          </a:prstGeom>
          <a:noFill/>
          <a:ln>
            <a:noFill/>
          </a:ln>
          <a:effectLst>
            <a:outerShdw blurRad="171450" rotWithShape="0" algn="bl" dir="5400000" dist="19050">
              <a:srgbClr val="000000">
                <a:alpha val="784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p17"/>
          <p:cNvSpPr txBox="1"/>
          <p:nvPr>
            <p:ph type="ctrTitle"/>
          </p:nvPr>
        </p:nvSpPr>
        <p:spPr>
          <a:xfrm>
            <a:off x="2093850" y="859575"/>
            <a:ext cx="4956300" cy="1719000"/>
          </a:xfrm>
          <a:prstGeom prst="rect">
            <a:avLst/>
          </a:prstGeom>
          <a:noFill/>
          <a:ln>
            <a:noFill/>
          </a:ln>
        </p:spPr>
        <p:txBody>
          <a:bodyPr anchorCtr="0" anchor="ctr" bIns="0" lIns="0" spcFirstLastPara="1" rIns="0" wrap="square" tIns="0">
            <a:noAutofit/>
          </a:bodyPr>
          <a:lstStyle/>
          <a:p>
            <a:pPr indent="0" lvl="0" marL="0" rtl="0" algn="ctr">
              <a:lnSpc>
                <a:spcPct val="80000"/>
              </a:lnSpc>
              <a:spcBef>
                <a:spcPts val="0"/>
              </a:spcBef>
              <a:spcAft>
                <a:spcPts val="0"/>
              </a:spcAft>
              <a:buSzPts val="5100"/>
              <a:buNone/>
            </a:pPr>
            <a:r>
              <a:rPr lang="en">
                <a:solidFill>
                  <a:schemeClr val="accent1"/>
                </a:solidFill>
              </a:rPr>
              <a:t>Questions?</a:t>
            </a:r>
            <a:endParaRPr>
              <a:solidFill>
                <a:schemeClr val="accent1"/>
              </a:solidFill>
            </a:endParaRPr>
          </a:p>
        </p:txBody>
      </p:sp>
      <p:sp>
        <p:nvSpPr>
          <p:cNvPr id="334" name="Google Shape;334;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earlessly Forward / LIGHT">
  <a:themeElements>
    <a:clrScheme name="Simple Light">
      <a:dk1>
        <a:srgbClr val="000000"/>
      </a:dk1>
      <a:lt1>
        <a:srgbClr val="FFFFFF"/>
      </a:lt1>
      <a:dk2>
        <a:srgbClr val="636363"/>
      </a:dk2>
      <a:lt2>
        <a:srgbClr val="E6E6E6"/>
      </a:lt2>
      <a:accent1>
        <a:srgbClr val="E21833"/>
      </a:accent1>
      <a:accent2>
        <a:srgbClr val="A41124"/>
      </a:accent2>
      <a:accent3>
        <a:srgbClr val="820E1D"/>
      </a:accent3>
      <a:accent4>
        <a:srgbClr val="FFD200"/>
      </a:accent4>
      <a:accent5>
        <a:srgbClr val="CBA700"/>
      </a:accent5>
      <a:accent6>
        <a:srgbClr val="715D00"/>
      </a:accent6>
      <a:hlink>
        <a:srgbClr val="E218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